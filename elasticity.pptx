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DFCBF7-1BF8-4D48-BC44-7C6D6673BDF9}" v="169" dt="2026-04-21T02:05:18.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pan adhikari" userId="58918500703fee3b" providerId="LiveId" clId="{7FA9F001-7D61-43F7-BC7A-A88E4F1979CC}"/>
    <pc:docChg chg="undo redo custSel addSld modSld">
      <pc:chgData name="arpan adhikari" userId="58918500703fee3b" providerId="LiveId" clId="{7FA9F001-7D61-43F7-BC7A-A88E4F1979CC}" dt="2026-04-21T02:05:24.674" v="3453" actId="20577"/>
      <pc:docMkLst>
        <pc:docMk/>
      </pc:docMkLst>
      <pc:sldChg chg="addSp modSp mod setBg">
        <pc:chgData name="arpan adhikari" userId="58918500703fee3b" providerId="LiveId" clId="{7FA9F001-7D61-43F7-BC7A-A88E4F1979CC}" dt="2026-04-20T16:33:10.245" v="2722" actId="26606"/>
        <pc:sldMkLst>
          <pc:docMk/>
          <pc:sldMk cId="3026650146" sldId="256"/>
        </pc:sldMkLst>
        <pc:spChg chg="mod">
          <ac:chgData name="arpan adhikari" userId="58918500703fee3b" providerId="LiveId" clId="{7FA9F001-7D61-43F7-BC7A-A88E4F1979CC}" dt="2026-04-20T16:33:10.245" v="2722" actId="26606"/>
          <ac:spMkLst>
            <pc:docMk/>
            <pc:sldMk cId="3026650146" sldId="256"/>
            <ac:spMk id="2" creationId="{2D67E408-84B0-5707-4486-CBA2506FF7CF}"/>
          </ac:spMkLst>
        </pc:spChg>
        <pc:spChg chg="mod">
          <ac:chgData name="arpan adhikari" userId="58918500703fee3b" providerId="LiveId" clId="{7FA9F001-7D61-43F7-BC7A-A88E4F1979CC}" dt="2026-04-20T16:33:10.245" v="2722" actId="26606"/>
          <ac:spMkLst>
            <pc:docMk/>
            <pc:sldMk cId="3026650146" sldId="256"/>
            <ac:spMk id="3" creationId="{8E5E27F7-31BF-6363-1F05-A133F8DB4E5A}"/>
          </ac:spMkLst>
        </pc:spChg>
        <pc:spChg chg="add">
          <ac:chgData name="arpan adhikari" userId="58918500703fee3b" providerId="LiveId" clId="{7FA9F001-7D61-43F7-BC7A-A88E4F1979CC}" dt="2026-04-20T16:33:10.245" v="2722" actId="26606"/>
          <ac:spMkLst>
            <pc:docMk/>
            <pc:sldMk cId="3026650146" sldId="256"/>
            <ac:spMk id="8" creationId="{787F4F1C-8D3D-4EC1-B72D-A0470A5A08B8}"/>
          </ac:spMkLst>
        </pc:spChg>
        <pc:grpChg chg="add">
          <ac:chgData name="arpan adhikari" userId="58918500703fee3b" providerId="LiveId" clId="{7FA9F001-7D61-43F7-BC7A-A88E4F1979CC}" dt="2026-04-20T16:33:10.245" v="2722" actId="26606"/>
          <ac:grpSpMkLst>
            <pc:docMk/>
            <pc:sldMk cId="3026650146" sldId="256"/>
            <ac:grpSpMk id="10" creationId="{D1E3DD61-64DB-46AD-B249-E273CD86B051}"/>
          </ac:grpSpMkLst>
        </pc:grpChg>
      </pc:sldChg>
      <pc:sldChg chg="addSp modSp mod setBg">
        <pc:chgData name="arpan adhikari" userId="58918500703fee3b" providerId="LiveId" clId="{7FA9F001-7D61-43F7-BC7A-A88E4F1979CC}" dt="2026-04-20T16:35:19.179" v="2782" actId="20577"/>
        <pc:sldMkLst>
          <pc:docMk/>
          <pc:sldMk cId="2836164264" sldId="257"/>
        </pc:sldMkLst>
        <pc:spChg chg="mod">
          <ac:chgData name="arpan adhikari" userId="58918500703fee3b" providerId="LiveId" clId="{7FA9F001-7D61-43F7-BC7A-A88E4F1979CC}" dt="2026-04-20T16:33:17.065" v="2723" actId="26606"/>
          <ac:spMkLst>
            <pc:docMk/>
            <pc:sldMk cId="2836164264" sldId="257"/>
            <ac:spMk id="2" creationId="{7FFFAEB1-E901-223C-626E-2B1B167DDC86}"/>
          </ac:spMkLst>
        </pc:spChg>
        <pc:spChg chg="mod">
          <ac:chgData name="arpan adhikari" userId="58918500703fee3b" providerId="LiveId" clId="{7FA9F001-7D61-43F7-BC7A-A88E4F1979CC}" dt="2026-04-20T16:35:19.179" v="2782" actId="20577"/>
          <ac:spMkLst>
            <pc:docMk/>
            <pc:sldMk cId="2836164264" sldId="257"/>
            <ac:spMk id="3" creationId="{E10E0C7D-2A6D-9C81-5B49-4B26C3ABBE4F}"/>
          </ac:spMkLst>
        </pc:spChg>
        <pc:spChg chg="add">
          <ac:chgData name="arpan adhikari" userId="58918500703fee3b" providerId="LiveId" clId="{7FA9F001-7D61-43F7-BC7A-A88E4F1979CC}" dt="2026-04-20T16:33:17.065" v="2723" actId="26606"/>
          <ac:spMkLst>
            <pc:docMk/>
            <pc:sldMk cId="2836164264" sldId="257"/>
            <ac:spMk id="9" creationId="{C0763A76-9F1C-4FC5-82B7-DD475DA461B2}"/>
          </ac:spMkLst>
        </pc:spChg>
        <pc:spChg chg="add">
          <ac:chgData name="arpan adhikari" userId="58918500703fee3b" providerId="LiveId" clId="{7FA9F001-7D61-43F7-BC7A-A88E4F1979CC}" dt="2026-04-20T16:33:17.065" v="2723" actId="26606"/>
          <ac:spMkLst>
            <pc:docMk/>
            <pc:sldMk cId="2836164264" sldId="257"/>
            <ac:spMk id="11" creationId="{E81BF4F6-F2CF-4984-9D14-D6966D92F99F}"/>
          </ac:spMkLst>
        </pc:spChg>
        <pc:picChg chg="add">
          <ac:chgData name="arpan adhikari" userId="58918500703fee3b" providerId="LiveId" clId="{7FA9F001-7D61-43F7-BC7A-A88E4F1979CC}" dt="2026-04-20T16:33:17.065" v="2723" actId="26606"/>
          <ac:picMkLst>
            <pc:docMk/>
            <pc:sldMk cId="2836164264" sldId="257"/>
            <ac:picMk id="5" creationId="{C339DDE0-6FFC-66DB-1420-D0F3CC55C539}"/>
          </ac:picMkLst>
        </pc:picChg>
      </pc:sldChg>
      <pc:sldChg chg="addSp delSp modSp mod setBg">
        <pc:chgData name="arpan adhikari" userId="58918500703fee3b" providerId="LiveId" clId="{7FA9F001-7D61-43F7-BC7A-A88E4F1979CC}" dt="2026-04-20T16:33:29.663" v="2734" actId="26606"/>
        <pc:sldMkLst>
          <pc:docMk/>
          <pc:sldMk cId="481523796" sldId="258"/>
        </pc:sldMkLst>
        <pc:spChg chg="mod">
          <ac:chgData name="arpan adhikari" userId="58918500703fee3b" providerId="LiveId" clId="{7FA9F001-7D61-43F7-BC7A-A88E4F1979CC}" dt="2026-04-20T16:33:29.663" v="2734" actId="26606"/>
          <ac:spMkLst>
            <pc:docMk/>
            <pc:sldMk cId="481523796" sldId="258"/>
            <ac:spMk id="2" creationId="{5437F4B4-B26E-3518-53C0-341EC7BAB7C2}"/>
          </ac:spMkLst>
        </pc:spChg>
        <pc:spChg chg="add del mod">
          <ac:chgData name="arpan adhikari" userId="58918500703fee3b" providerId="LiveId" clId="{7FA9F001-7D61-43F7-BC7A-A88E4F1979CC}" dt="2026-04-20T16:33:29.663" v="2734" actId="26606"/>
          <ac:spMkLst>
            <pc:docMk/>
            <pc:sldMk cId="481523796" sldId="258"/>
            <ac:spMk id="3" creationId="{73BA8A28-2B59-0259-D69C-98576D276447}"/>
          </ac:spMkLst>
        </pc:spChg>
        <pc:spChg chg="add del">
          <ac:chgData name="arpan adhikari" userId="58918500703fee3b" providerId="LiveId" clId="{7FA9F001-7D61-43F7-BC7A-A88E4F1979CC}" dt="2026-04-20T16:33:24.124" v="2725" actId="26606"/>
          <ac:spMkLst>
            <pc:docMk/>
            <pc:sldMk cId="481523796" sldId="258"/>
            <ac:spMk id="9" creationId="{BACC6370-2D7E-4714-9D71-7542949D7D5D}"/>
          </ac:spMkLst>
        </pc:spChg>
        <pc:spChg chg="add del">
          <ac:chgData name="arpan adhikari" userId="58918500703fee3b" providerId="LiveId" clId="{7FA9F001-7D61-43F7-BC7A-A88E4F1979CC}" dt="2026-04-20T16:33:25.591" v="2727" actId="26606"/>
          <ac:spMkLst>
            <pc:docMk/>
            <pc:sldMk cId="481523796" sldId="258"/>
            <ac:spMk id="10" creationId="{E51BA4DF-2BD4-4EC2-B1DB-B27C8AC71864}"/>
          </ac:spMkLst>
        </pc:spChg>
        <pc:spChg chg="add del">
          <ac:chgData name="arpan adhikari" userId="58918500703fee3b" providerId="LiveId" clId="{7FA9F001-7D61-43F7-BC7A-A88E4F1979CC}" dt="2026-04-20T16:33:24.124" v="2725" actId="26606"/>
          <ac:spMkLst>
            <pc:docMk/>
            <pc:sldMk cId="481523796" sldId="258"/>
            <ac:spMk id="11" creationId="{256B2C21-A230-48C0-8DF1-C46611373C44}"/>
          </ac:spMkLst>
        </pc:spChg>
        <pc:spChg chg="add del">
          <ac:chgData name="arpan adhikari" userId="58918500703fee3b" providerId="LiveId" clId="{7FA9F001-7D61-43F7-BC7A-A88E4F1979CC}" dt="2026-04-20T16:33:24.124" v="2725" actId="26606"/>
          <ac:spMkLst>
            <pc:docMk/>
            <pc:sldMk cId="481523796" sldId="258"/>
            <ac:spMk id="13" creationId="{3847E18C-932D-4C95-AABA-FEC7C9499AD7}"/>
          </ac:spMkLst>
        </pc:spChg>
        <pc:spChg chg="add del">
          <ac:chgData name="arpan adhikari" userId="58918500703fee3b" providerId="LiveId" clId="{7FA9F001-7D61-43F7-BC7A-A88E4F1979CC}" dt="2026-04-20T16:33:24.124" v="2725" actId="26606"/>
          <ac:spMkLst>
            <pc:docMk/>
            <pc:sldMk cId="481523796" sldId="258"/>
            <ac:spMk id="15" creationId="{3150CB11-0C61-439E-910F-5787759E72A0}"/>
          </ac:spMkLst>
        </pc:spChg>
        <pc:spChg chg="add del">
          <ac:chgData name="arpan adhikari" userId="58918500703fee3b" providerId="LiveId" clId="{7FA9F001-7D61-43F7-BC7A-A88E4F1979CC}" dt="2026-04-20T16:33:24.124" v="2725" actId="26606"/>
          <ac:spMkLst>
            <pc:docMk/>
            <pc:sldMk cId="481523796" sldId="258"/>
            <ac:spMk id="17" creationId="{43F8A58B-5155-44CE-A5FF-7647B47D0A7A}"/>
          </ac:spMkLst>
        </pc:spChg>
        <pc:spChg chg="add del">
          <ac:chgData name="arpan adhikari" userId="58918500703fee3b" providerId="LiveId" clId="{7FA9F001-7D61-43F7-BC7A-A88E4F1979CC}" dt="2026-04-20T16:33:24.124" v="2725" actId="26606"/>
          <ac:spMkLst>
            <pc:docMk/>
            <pc:sldMk cId="481523796" sldId="258"/>
            <ac:spMk id="19" creationId="{443F2ACA-E6D6-4028-82DD-F03C262D5DE6}"/>
          </ac:spMkLst>
        </pc:spChg>
        <pc:spChg chg="add del">
          <ac:chgData name="arpan adhikari" userId="58918500703fee3b" providerId="LiveId" clId="{7FA9F001-7D61-43F7-BC7A-A88E4F1979CC}" dt="2026-04-20T16:33:26.032" v="2729" actId="26606"/>
          <ac:spMkLst>
            <pc:docMk/>
            <pc:sldMk cId="481523796" sldId="258"/>
            <ac:spMk id="23" creationId="{D1D34770-47A8-402C-AF23-2B653F2D88C1}"/>
          </ac:spMkLst>
        </pc:spChg>
        <pc:spChg chg="add del">
          <ac:chgData name="arpan adhikari" userId="58918500703fee3b" providerId="LiveId" clId="{7FA9F001-7D61-43F7-BC7A-A88E4F1979CC}" dt="2026-04-20T16:33:27.488" v="2731" actId="26606"/>
          <ac:spMkLst>
            <pc:docMk/>
            <pc:sldMk cId="481523796" sldId="258"/>
            <ac:spMk id="27" creationId="{BACC6370-2D7E-4714-9D71-7542949D7D5D}"/>
          </ac:spMkLst>
        </pc:spChg>
        <pc:spChg chg="add del">
          <ac:chgData name="arpan adhikari" userId="58918500703fee3b" providerId="LiveId" clId="{7FA9F001-7D61-43F7-BC7A-A88E4F1979CC}" dt="2026-04-20T16:33:27.488" v="2731" actId="26606"/>
          <ac:spMkLst>
            <pc:docMk/>
            <pc:sldMk cId="481523796" sldId="258"/>
            <ac:spMk id="28" creationId="{256B2C21-A230-48C0-8DF1-C46611373C44}"/>
          </ac:spMkLst>
        </pc:spChg>
        <pc:spChg chg="add del">
          <ac:chgData name="arpan adhikari" userId="58918500703fee3b" providerId="LiveId" clId="{7FA9F001-7D61-43F7-BC7A-A88E4F1979CC}" dt="2026-04-20T16:33:27.488" v="2731" actId="26606"/>
          <ac:spMkLst>
            <pc:docMk/>
            <pc:sldMk cId="481523796" sldId="258"/>
            <ac:spMk id="29" creationId="{3847E18C-932D-4C95-AABA-FEC7C9499AD7}"/>
          </ac:spMkLst>
        </pc:spChg>
        <pc:spChg chg="add del">
          <ac:chgData name="arpan adhikari" userId="58918500703fee3b" providerId="LiveId" clId="{7FA9F001-7D61-43F7-BC7A-A88E4F1979CC}" dt="2026-04-20T16:33:27.488" v="2731" actId="26606"/>
          <ac:spMkLst>
            <pc:docMk/>
            <pc:sldMk cId="481523796" sldId="258"/>
            <ac:spMk id="30" creationId="{3150CB11-0C61-439E-910F-5787759E72A0}"/>
          </ac:spMkLst>
        </pc:spChg>
        <pc:spChg chg="add del">
          <ac:chgData name="arpan adhikari" userId="58918500703fee3b" providerId="LiveId" clId="{7FA9F001-7D61-43F7-BC7A-A88E4F1979CC}" dt="2026-04-20T16:33:27.488" v="2731" actId="26606"/>
          <ac:spMkLst>
            <pc:docMk/>
            <pc:sldMk cId="481523796" sldId="258"/>
            <ac:spMk id="31" creationId="{43F8A58B-5155-44CE-A5FF-7647B47D0A7A}"/>
          </ac:spMkLst>
        </pc:spChg>
        <pc:spChg chg="add del">
          <ac:chgData name="arpan adhikari" userId="58918500703fee3b" providerId="LiveId" clId="{7FA9F001-7D61-43F7-BC7A-A88E4F1979CC}" dt="2026-04-20T16:33:27.488" v="2731" actId="26606"/>
          <ac:spMkLst>
            <pc:docMk/>
            <pc:sldMk cId="481523796" sldId="258"/>
            <ac:spMk id="32" creationId="{443F2ACA-E6D6-4028-82DD-F03C262D5DE6}"/>
          </ac:spMkLst>
        </pc:spChg>
        <pc:spChg chg="add del">
          <ac:chgData name="arpan adhikari" userId="58918500703fee3b" providerId="LiveId" clId="{7FA9F001-7D61-43F7-BC7A-A88E4F1979CC}" dt="2026-04-20T16:33:29.643" v="2733" actId="26606"/>
          <ac:spMkLst>
            <pc:docMk/>
            <pc:sldMk cId="481523796" sldId="258"/>
            <ac:spMk id="35" creationId="{D1D34770-47A8-402C-AF23-2B653F2D88C1}"/>
          </ac:spMkLst>
        </pc:spChg>
        <pc:spChg chg="add">
          <ac:chgData name="arpan adhikari" userId="58918500703fee3b" providerId="LiveId" clId="{7FA9F001-7D61-43F7-BC7A-A88E4F1979CC}" dt="2026-04-20T16:33:29.663" v="2734" actId="26606"/>
          <ac:spMkLst>
            <pc:docMk/>
            <pc:sldMk cId="481523796" sldId="258"/>
            <ac:spMk id="39" creationId="{BACC6370-2D7E-4714-9D71-7542949D7D5D}"/>
          </ac:spMkLst>
        </pc:spChg>
        <pc:spChg chg="add">
          <ac:chgData name="arpan adhikari" userId="58918500703fee3b" providerId="LiveId" clId="{7FA9F001-7D61-43F7-BC7A-A88E4F1979CC}" dt="2026-04-20T16:33:29.663" v="2734" actId="26606"/>
          <ac:spMkLst>
            <pc:docMk/>
            <pc:sldMk cId="481523796" sldId="258"/>
            <ac:spMk id="40" creationId="{256B2C21-A230-48C0-8DF1-C46611373C44}"/>
          </ac:spMkLst>
        </pc:spChg>
        <pc:spChg chg="add">
          <ac:chgData name="arpan adhikari" userId="58918500703fee3b" providerId="LiveId" clId="{7FA9F001-7D61-43F7-BC7A-A88E4F1979CC}" dt="2026-04-20T16:33:29.663" v="2734" actId="26606"/>
          <ac:spMkLst>
            <pc:docMk/>
            <pc:sldMk cId="481523796" sldId="258"/>
            <ac:spMk id="41" creationId="{3847E18C-932D-4C95-AABA-FEC7C9499AD7}"/>
          </ac:spMkLst>
        </pc:spChg>
        <pc:spChg chg="add">
          <ac:chgData name="arpan adhikari" userId="58918500703fee3b" providerId="LiveId" clId="{7FA9F001-7D61-43F7-BC7A-A88E4F1979CC}" dt="2026-04-20T16:33:29.663" v="2734" actId="26606"/>
          <ac:spMkLst>
            <pc:docMk/>
            <pc:sldMk cId="481523796" sldId="258"/>
            <ac:spMk id="42" creationId="{3150CB11-0C61-439E-910F-5787759E72A0}"/>
          </ac:spMkLst>
        </pc:spChg>
        <pc:spChg chg="add">
          <ac:chgData name="arpan adhikari" userId="58918500703fee3b" providerId="LiveId" clId="{7FA9F001-7D61-43F7-BC7A-A88E4F1979CC}" dt="2026-04-20T16:33:29.663" v="2734" actId="26606"/>
          <ac:spMkLst>
            <pc:docMk/>
            <pc:sldMk cId="481523796" sldId="258"/>
            <ac:spMk id="43" creationId="{43F8A58B-5155-44CE-A5FF-7647B47D0A7A}"/>
          </ac:spMkLst>
        </pc:spChg>
        <pc:spChg chg="add">
          <ac:chgData name="arpan adhikari" userId="58918500703fee3b" providerId="LiveId" clId="{7FA9F001-7D61-43F7-BC7A-A88E4F1979CC}" dt="2026-04-20T16:33:29.663" v="2734" actId="26606"/>
          <ac:spMkLst>
            <pc:docMk/>
            <pc:sldMk cId="481523796" sldId="258"/>
            <ac:spMk id="44" creationId="{443F2ACA-E6D6-4028-82DD-F03C262D5DE6}"/>
          </ac:spMkLst>
        </pc:spChg>
        <pc:graphicFrameChg chg="add del">
          <ac:chgData name="arpan adhikari" userId="58918500703fee3b" providerId="LiveId" clId="{7FA9F001-7D61-43F7-BC7A-A88E4F1979CC}" dt="2026-04-20T16:33:24.124" v="2725" actId="26606"/>
          <ac:graphicFrameMkLst>
            <pc:docMk/>
            <pc:sldMk cId="481523796" sldId="258"/>
            <ac:graphicFrameMk id="5" creationId="{3723AAD1-D770-EE71-58F2-FBD7365ADC0F}"/>
          </ac:graphicFrameMkLst>
        </pc:graphicFrameChg>
        <pc:graphicFrameChg chg="add del">
          <ac:chgData name="arpan adhikari" userId="58918500703fee3b" providerId="LiveId" clId="{7FA9F001-7D61-43F7-BC7A-A88E4F1979CC}" dt="2026-04-20T16:33:25.591" v="2727" actId="26606"/>
          <ac:graphicFrameMkLst>
            <pc:docMk/>
            <pc:sldMk cId="481523796" sldId="258"/>
            <ac:graphicFrameMk id="21" creationId="{14E08DBD-1A24-0CCB-D400-203068454B5D}"/>
          </ac:graphicFrameMkLst>
        </pc:graphicFrameChg>
        <pc:graphicFrameChg chg="add del">
          <ac:chgData name="arpan adhikari" userId="58918500703fee3b" providerId="LiveId" clId="{7FA9F001-7D61-43F7-BC7A-A88E4F1979CC}" dt="2026-04-20T16:33:26.032" v="2729" actId="26606"/>
          <ac:graphicFrameMkLst>
            <pc:docMk/>
            <pc:sldMk cId="481523796" sldId="258"/>
            <ac:graphicFrameMk id="25" creationId="{5C06AD39-207C-3D00-7999-FE918BADEA3C}"/>
          </ac:graphicFrameMkLst>
        </pc:graphicFrameChg>
        <pc:graphicFrameChg chg="add del">
          <ac:chgData name="arpan adhikari" userId="58918500703fee3b" providerId="LiveId" clId="{7FA9F001-7D61-43F7-BC7A-A88E4F1979CC}" dt="2026-04-20T16:33:27.488" v="2731" actId="26606"/>
          <ac:graphicFrameMkLst>
            <pc:docMk/>
            <pc:sldMk cId="481523796" sldId="258"/>
            <ac:graphicFrameMk id="33" creationId="{241D8A21-93D3-A0E0-505C-3DEE6D7AE3EF}"/>
          </ac:graphicFrameMkLst>
        </pc:graphicFrameChg>
        <pc:graphicFrameChg chg="add del">
          <ac:chgData name="arpan adhikari" userId="58918500703fee3b" providerId="LiveId" clId="{7FA9F001-7D61-43F7-BC7A-A88E4F1979CC}" dt="2026-04-20T16:33:29.643" v="2733" actId="26606"/>
          <ac:graphicFrameMkLst>
            <pc:docMk/>
            <pc:sldMk cId="481523796" sldId="258"/>
            <ac:graphicFrameMk id="37" creationId="{5C06AD39-207C-3D00-7999-FE918BADEA3C}"/>
          </ac:graphicFrameMkLst>
        </pc:graphicFrameChg>
        <pc:graphicFrameChg chg="add">
          <ac:chgData name="arpan adhikari" userId="58918500703fee3b" providerId="LiveId" clId="{7FA9F001-7D61-43F7-BC7A-A88E4F1979CC}" dt="2026-04-20T16:33:29.663" v="2734" actId="26606"/>
          <ac:graphicFrameMkLst>
            <pc:docMk/>
            <pc:sldMk cId="481523796" sldId="258"/>
            <ac:graphicFrameMk id="45" creationId="{3723AAD1-D770-EE71-58F2-FBD7365ADC0F}"/>
          </ac:graphicFrameMkLst>
        </pc:graphicFrameChg>
        <pc:picChg chg="add del">
          <ac:chgData name="arpan adhikari" userId="58918500703fee3b" providerId="LiveId" clId="{7FA9F001-7D61-43F7-BC7A-A88E4F1979CC}" dt="2026-04-20T16:33:25.591" v="2727" actId="26606"/>
          <ac:picMkLst>
            <pc:docMk/>
            <pc:sldMk cId="481523796" sldId="258"/>
            <ac:picMk id="6" creationId="{72FE2433-BC7C-6818-F025-4BFFD68EB35F}"/>
          </ac:picMkLst>
        </pc:picChg>
        <pc:picChg chg="add del">
          <ac:chgData name="arpan adhikari" userId="58918500703fee3b" providerId="LiveId" clId="{7FA9F001-7D61-43F7-BC7A-A88E4F1979CC}" dt="2026-04-20T16:33:26.032" v="2729" actId="26606"/>
          <ac:picMkLst>
            <pc:docMk/>
            <pc:sldMk cId="481523796" sldId="258"/>
            <ac:picMk id="24" creationId="{0A28BC35-FBA9-23BC-2361-664E411FEAC6}"/>
          </ac:picMkLst>
        </pc:picChg>
        <pc:picChg chg="add del">
          <ac:chgData name="arpan adhikari" userId="58918500703fee3b" providerId="LiveId" clId="{7FA9F001-7D61-43F7-BC7A-A88E4F1979CC}" dt="2026-04-20T16:33:29.643" v="2733" actId="26606"/>
          <ac:picMkLst>
            <pc:docMk/>
            <pc:sldMk cId="481523796" sldId="258"/>
            <ac:picMk id="36" creationId="{0A28BC35-FBA9-23BC-2361-664E411FEAC6}"/>
          </ac:picMkLst>
        </pc:picChg>
      </pc:sldChg>
      <pc:sldChg chg="addSp delSp modSp mod setBg">
        <pc:chgData name="arpan adhikari" userId="58918500703fee3b" providerId="LiveId" clId="{7FA9F001-7D61-43F7-BC7A-A88E4F1979CC}" dt="2026-04-20T16:33:37.869" v="2737" actId="26606"/>
        <pc:sldMkLst>
          <pc:docMk/>
          <pc:sldMk cId="1581071786" sldId="259"/>
        </pc:sldMkLst>
        <pc:spChg chg="mod">
          <ac:chgData name="arpan adhikari" userId="58918500703fee3b" providerId="LiveId" clId="{7FA9F001-7D61-43F7-BC7A-A88E4F1979CC}" dt="2026-04-20T16:33:37.869" v="2737" actId="26606"/>
          <ac:spMkLst>
            <pc:docMk/>
            <pc:sldMk cId="1581071786" sldId="259"/>
            <ac:spMk id="2" creationId="{214D92EF-EA5E-9DA1-0A60-DE94703E4D15}"/>
          </ac:spMkLst>
        </pc:spChg>
        <pc:spChg chg="add del mod">
          <ac:chgData name="arpan adhikari" userId="58918500703fee3b" providerId="LiveId" clId="{7FA9F001-7D61-43F7-BC7A-A88E4F1979CC}" dt="2026-04-20T16:33:37.869" v="2737" actId="26606"/>
          <ac:spMkLst>
            <pc:docMk/>
            <pc:sldMk cId="1581071786" sldId="259"/>
            <ac:spMk id="3" creationId="{157E1700-D75F-E25E-62DE-C124068F2EF5}"/>
          </ac:spMkLst>
        </pc:spChg>
        <pc:spChg chg="add">
          <ac:chgData name="arpan adhikari" userId="58918500703fee3b" providerId="LiveId" clId="{7FA9F001-7D61-43F7-BC7A-A88E4F1979CC}" dt="2026-04-20T14:28:30.213" v="903"/>
          <ac:spMkLst>
            <pc:docMk/>
            <pc:sldMk cId="1581071786" sldId="259"/>
            <ac:spMk id="4" creationId="{EB512431-E2E4-4EB1-9EC4-119FB540ED4E}"/>
          </ac:spMkLst>
        </pc:spChg>
        <pc:spChg chg="add mod">
          <ac:chgData name="arpan adhikari" userId="58918500703fee3b" providerId="LiveId" clId="{7FA9F001-7D61-43F7-BC7A-A88E4F1979CC}" dt="2026-04-20T14:28:35.117" v="905"/>
          <ac:spMkLst>
            <pc:docMk/>
            <pc:sldMk cId="1581071786" sldId="259"/>
            <ac:spMk id="5" creationId="{258674AE-6E5E-61DF-875A-472308F66B54}"/>
          </ac:spMkLst>
        </pc:spChg>
        <pc:spChg chg="add">
          <ac:chgData name="arpan adhikari" userId="58918500703fee3b" providerId="LiveId" clId="{7FA9F001-7D61-43F7-BC7A-A88E4F1979CC}" dt="2026-04-20T14:28:45.414" v="906"/>
          <ac:spMkLst>
            <pc:docMk/>
            <pc:sldMk cId="1581071786" sldId="259"/>
            <ac:spMk id="6" creationId="{E440D973-31CA-AEBF-0EEA-1AEBD752CA27}"/>
          </ac:spMkLst>
        </pc:spChg>
        <pc:spChg chg="add">
          <ac:chgData name="arpan adhikari" userId="58918500703fee3b" providerId="LiveId" clId="{7FA9F001-7D61-43F7-BC7A-A88E4F1979CC}" dt="2026-04-20T14:28:52.998" v="909"/>
          <ac:spMkLst>
            <pc:docMk/>
            <pc:sldMk cId="1581071786" sldId="259"/>
            <ac:spMk id="7" creationId="{3B61E054-1EA4-2A1D-B961-DE7AADF01AE0}"/>
          </ac:spMkLst>
        </pc:spChg>
        <pc:spChg chg="add del">
          <ac:chgData name="arpan adhikari" userId="58918500703fee3b" providerId="LiveId" clId="{7FA9F001-7D61-43F7-BC7A-A88E4F1979CC}" dt="2026-04-20T16:33:37.850" v="2736" actId="26606"/>
          <ac:spMkLst>
            <pc:docMk/>
            <pc:sldMk cId="1581071786" sldId="259"/>
            <ac:spMk id="9" creationId="{BACC6370-2D7E-4714-9D71-7542949D7D5D}"/>
          </ac:spMkLst>
        </pc:spChg>
        <pc:spChg chg="add del">
          <ac:chgData name="arpan adhikari" userId="58918500703fee3b" providerId="LiveId" clId="{7FA9F001-7D61-43F7-BC7A-A88E4F1979CC}" dt="2026-04-20T16:33:37.850" v="2736" actId="26606"/>
          <ac:spMkLst>
            <pc:docMk/>
            <pc:sldMk cId="1581071786" sldId="259"/>
            <ac:spMk id="11" creationId="{256B2C21-A230-48C0-8DF1-C46611373C44}"/>
          </ac:spMkLst>
        </pc:spChg>
        <pc:spChg chg="add del">
          <ac:chgData name="arpan adhikari" userId="58918500703fee3b" providerId="LiveId" clId="{7FA9F001-7D61-43F7-BC7A-A88E4F1979CC}" dt="2026-04-20T16:33:37.850" v="2736" actId="26606"/>
          <ac:spMkLst>
            <pc:docMk/>
            <pc:sldMk cId="1581071786" sldId="259"/>
            <ac:spMk id="13" creationId="{3847E18C-932D-4C95-AABA-FEC7C9499AD7}"/>
          </ac:spMkLst>
        </pc:spChg>
        <pc:spChg chg="add del">
          <ac:chgData name="arpan adhikari" userId="58918500703fee3b" providerId="LiveId" clId="{7FA9F001-7D61-43F7-BC7A-A88E4F1979CC}" dt="2026-04-20T16:33:37.850" v="2736" actId="26606"/>
          <ac:spMkLst>
            <pc:docMk/>
            <pc:sldMk cId="1581071786" sldId="259"/>
            <ac:spMk id="15" creationId="{3150CB11-0C61-439E-910F-5787759E72A0}"/>
          </ac:spMkLst>
        </pc:spChg>
        <pc:spChg chg="add del">
          <ac:chgData name="arpan adhikari" userId="58918500703fee3b" providerId="LiveId" clId="{7FA9F001-7D61-43F7-BC7A-A88E4F1979CC}" dt="2026-04-20T16:33:37.850" v="2736" actId="26606"/>
          <ac:spMkLst>
            <pc:docMk/>
            <pc:sldMk cId="1581071786" sldId="259"/>
            <ac:spMk id="17" creationId="{43F8A58B-5155-44CE-A5FF-7647B47D0A7A}"/>
          </ac:spMkLst>
        </pc:spChg>
        <pc:spChg chg="add del">
          <ac:chgData name="arpan adhikari" userId="58918500703fee3b" providerId="LiveId" clId="{7FA9F001-7D61-43F7-BC7A-A88E4F1979CC}" dt="2026-04-20T16:33:37.850" v="2736" actId="26606"/>
          <ac:spMkLst>
            <pc:docMk/>
            <pc:sldMk cId="1581071786" sldId="259"/>
            <ac:spMk id="19" creationId="{443F2ACA-E6D6-4028-82DD-F03C262D5DE6}"/>
          </ac:spMkLst>
        </pc:spChg>
        <pc:spChg chg="add">
          <ac:chgData name="arpan adhikari" userId="58918500703fee3b" providerId="LiveId" clId="{7FA9F001-7D61-43F7-BC7A-A88E4F1979CC}" dt="2026-04-20T16:33:37.869" v="2737" actId="26606"/>
          <ac:spMkLst>
            <pc:docMk/>
            <pc:sldMk cId="1581071786" sldId="259"/>
            <ac:spMk id="21" creationId="{BACC6370-2D7E-4714-9D71-7542949D7D5D}"/>
          </ac:spMkLst>
        </pc:spChg>
        <pc:spChg chg="add">
          <ac:chgData name="arpan adhikari" userId="58918500703fee3b" providerId="LiveId" clId="{7FA9F001-7D61-43F7-BC7A-A88E4F1979CC}" dt="2026-04-20T16:33:37.869" v="2737" actId="26606"/>
          <ac:spMkLst>
            <pc:docMk/>
            <pc:sldMk cId="1581071786" sldId="259"/>
            <ac:spMk id="22" creationId="{F68B3F68-107C-434F-AA38-110D5EA91B85}"/>
          </ac:spMkLst>
        </pc:spChg>
        <pc:spChg chg="add">
          <ac:chgData name="arpan adhikari" userId="58918500703fee3b" providerId="LiveId" clId="{7FA9F001-7D61-43F7-BC7A-A88E4F1979CC}" dt="2026-04-20T16:33:37.869" v="2737" actId="26606"/>
          <ac:spMkLst>
            <pc:docMk/>
            <pc:sldMk cId="1581071786" sldId="259"/>
            <ac:spMk id="23" creationId="{AAD0DBB9-1A4B-4391-81D4-CB19F9AB918A}"/>
          </ac:spMkLst>
        </pc:spChg>
        <pc:spChg chg="add">
          <ac:chgData name="arpan adhikari" userId="58918500703fee3b" providerId="LiveId" clId="{7FA9F001-7D61-43F7-BC7A-A88E4F1979CC}" dt="2026-04-20T16:33:37.869" v="2737" actId="26606"/>
          <ac:spMkLst>
            <pc:docMk/>
            <pc:sldMk cId="1581071786" sldId="259"/>
            <ac:spMk id="24" creationId="{063BBA22-50EA-4C4D-BE05-F1CE4E63AA56}"/>
          </ac:spMkLst>
        </pc:spChg>
        <pc:graphicFrameChg chg="add del">
          <ac:chgData name="arpan adhikari" userId="58918500703fee3b" providerId="LiveId" clId="{7FA9F001-7D61-43F7-BC7A-A88E4F1979CC}" dt="2026-04-20T16:33:37.850" v="2736" actId="26606"/>
          <ac:graphicFrameMkLst>
            <pc:docMk/>
            <pc:sldMk cId="1581071786" sldId="259"/>
            <ac:graphicFrameMk id="8" creationId="{FEBF3E30-F5AF-1002-1DE6-DD82F31EE32F}"/>
          </ac:graphicFrameMkLst>
        </pc:graphicFrameChg>
        <pc:graphicFrameChg chg="add">
          <ac:chgData name="arpan adhikari" userId="58918500703fee3b" providerId="LiveId" clId="{7FA9F001-7D61-43F7-BC7A-A88E4F1979CC}" dt="2026-04-20T16:33:37.869" v="2737" actId="26606"/>
          <ac:graphicFrameMkLst>
            <pc:docMk/>
            <pc:sldMk cId="1581071786" sldId="259"/>
            <ac:graphicFrameMk id="25" creationId="{F0DB45FF-D861-2972-0DCC-EC7401DACBBD}"/>
          </ac:graphicFrameMkLst>
        </pc:graphicFrameChg>
      </pc:sldChg>
      <pc:sldChg chg="addSp delSp modSp new mod setBg">
        <pc:chgData name="arpan adhikari" userId="58918500703fee3b" providerId="LiveId" clId="{7FA9F001-7D61-43F7-BC7A-A88E4F1979CC}" dt="2026-04-20T16:34:01.220" v="2756" actId="26606"/>
        <pc:sldMkLst>
          <pc:docMk/>
          <pc:sldMk cId="3769585174" sldId="260"/>
        </pc:sldMkLst>
        <pc:spChg chg="mod">
          <ac:chgData name="arpan adhikari" userId="58918500703fee3b" providerId="LiveId" clId="{7FA9F001-7D61-43F7-BC7A-A88E4F1979CC}" dt="2026-04-20T16:34:01.220" v="2756" actId="26606"/>
          <ac:spMkLst>
            <pc:docMk/>
            <pc:sldMk cId="3769585174" sldId="260"/>
            <ac:spMk id="2" creationId="{FC91852A-92AE-C39D-ADAC-B13C7BC1425F}"/>
          </ac:spMkLst>
        </pc:spChg>
        <pc:spChg chg="add del mod">
          <ac:chgData name="arpan adhikari" userId="58918500703fee3b" providerId="LiveId" clId="{7FA9F001-7D61-43F7-BC7A-A88E4F1979CC}" dt="2026-04-20T16:34:01.220" v="2756" actId="26606"/>
          <ac:spMkLst>
            <pc:docMk/>
            <pc:sldMk cId="3769585174" sldId="260"/>
            <ac:spMk id="3" creationId="{D726E865-E883-8B5B-7B4D-B747DA8F76DB}"/>
          </ac:spMkLst>
        </pc:spChg>
        <pc:spChg chg="add">
          <ac:chgData name="arpan adhikari" userId="58918500703fee3b" providerId="LiveId" clId="{7FA9F001-7D61-43F7-BC7A-A88E4F1979CC}" dt="2026-04-20T14:33:50.577" v="1149"/>
          <ac:spMkLst>
            <pc:docMk/>
            <pc:sldMk cId="3769585174" sldId="260"/>
            <ac:spMk id="4" creationId="{0F535B4C-2B46-CA17-3DA2-23F15E8B2BFD}"/>
          </ac:spMkLst>
        </pc:spChg>
        <pc:spChg chg="add mod">
          <ac:chgData name="arpan adhikari" userId="58918500703fee3b" providerId="LiveId" clId="{7FA9F001-7D61-43F7-BC7A-A88E4F1979CC}" dt="2026-04-20T14:33:52.650" v="1151"/>
          <ac:spMkLst>
            <pc:docMk/>
            <pc:sldMk cId="3769585174" sldId="260"/>
            <ac:spMk id="5" creationId="{F1772B94-6FDD-0E71-F763-F4F1C5307F01}"/>
          </ac:spMkLst>
        </pc:spChg>
        <pc:spChg chg="add del">
          <ac:chgData name="arpan adhikari" userId="58918500703fee3b" providerId="LiveId" clId="{7FA9F001-7D61-43F7-BC7A-A88E4F1979CC}" dt="2026-04-20T16:33:47.703" v="2743" actId="26606"/>
          <ac:spMkLst>
            <pc:docMk/>
            <pc:sldMk cId="3769585174" sldId="260"/>
            <ac:spMk id="8" creationId="{1B15ED52-F352-441B-82BF-E0EA34836D08}"/>
          </ac:spMkLst>
        </pc:spChg>
        <pc:spChg chg="add del">
          <ac:chgData name="arpan adhikari" userId="58918500703fee3b" providerId="LiveId" clId="{7FA9F001-7D61-43F7-BC7A-A88E4F1979CC}" dt="2026-04-20T16:33:44.547" v="2739" actId="26606"/>
          <ac:spMkLst>
            <pc:docMk/>
            <pc:sldMk cId="3769585174" sldId="260"/>
            <ac:spMk id="9" creationId="{BACC6370-2D7E-4714-9D71-7542949D7D5D}"/>
          </ac:spMkLst>
        </pc:spChg>
        <pc:spChg chg="add del">
          <ac:chgData name="arpan adhikari" userId="58918500703fee3b" providerId="LiveId" clId="{7FA9F001-7D61-43F7-BC7A-A88E4F1979CC}" dt="2026-04-20T16:33:47.703" v="2743" actId="26606"/>
          <ac:spMkLst>
            <pc:docMk/>
            <pc:sldMk cId="3769585174" sldId="260"/>
            <ac:spMk id="10" creationId="{3B2E3793-BFE6-45A2-9B7B-E18844431C99}"/>
          </ac:spMkLst>
        </pc:spChg>
        <pc:spChg chg="add del">
          <ac:chgData name="arpan adhikari" userId="58918500703fee3b" providerId="LiveId" clId="{7FA9F001-7D61-43F7-BC7A-A88E4F1979CC}" dt="2026-04-20T16:33:44.547" v="2739" actId="26606"/>
          <ac:spMkLst>
            <pc:docMk/>
            <pc:sldMk cId="3769585174" sldId="260"/>
            <ac:spMk id="11" creationId="{F68B3F68-107C-434F-AA38-110D5EA91B85}"/>
          </ac:spMkLst>
        </pc:spChg>
        <pc:spChg chg="add del">
          <ac:chgData name="arpan adhikari" userId="58918500703fee3b" providerId="LiveId" clId="{7FA9F001-7D61-43F7-BC7A-A88E4F1979CC}" dt="2026-04-20T16:33:47.703" v="2743" actId="26606"/>
          <ac:spMkLst>
            <pc:docMk/>
            <pc:sldMk cId="3769585174" sldId="260"/>
            <ac:spMk id="12" creationId="{BC4C4868-CB8F-4AF9-9CDB-8108F2C19B67}"/>
          </ac:spMkLst>
        </pc:spChg>
        <pc:spChg chg="add del">
          <ac:chgData name="arpan adhikari" userId="58918500703fee3b" providerId="LiveId" clId="{7FA9F001-7D61-43F7-BC7A-A88E4F1979CC}" dt="2026-04-20T16:33:44.547" v="2739" actId="26606"/>
          <ac:spMkLst>
            <pc:docMk/>
            <pc:sldMk cId="3769585174" sldId="260"/>
            <ac:spMk id="13" creationId="{AAD0DBB9-1A4B-4391-81D4-CB19F9AB918A}"/>
          </ac:spMkLst>
        </pc:spChg>
        <pc:spChg chg="add del">
          <ac:chgData name="arpan adhikari" userId="58918500703fee3b" providerId="LiveId" clId="{7FA9F001-7D61-43F7-BC7A-A88E4F1979CC}" dt="2026-04-20T16:33:47.703" v="2743" actId="26606"/>
          <ac:spMkLst>
            <pc:docMk/>
            <pc:sldMk cId="3769585174" sldId="260"/>
            <ac:spMk id="14" creationId="{375E0459-6403-40CD-989D-56A4407CA12E}"/>
          </ac:spMkLst>
        </pc:spChg>
        <pc:spChg chg="add del">
          <ac:chgData name="arpan adhikari" userId="58918500703fee3b" providerId="LiveId" clId="{7FA9F001-7D61-43F7-BC7A-A88E4F1979CC}" dt="2026-04-20T16:33:44.547" v="2739" actId="26606"/>
          <ac:spMkLst>
            <pc:docMk/>
            <pc:sldMk cId="3769585174" sldId="260"/>
            <ac:spMk id="15" creationId="{063BBA22-50EA-4C4D-BE05-F1CE4E63AA56}"/>
          </ac:spMkLst>
        </pc:spChg>
        <pc:spChg chg="add del">
          <ac:chgData name="arpan adhikari" userId="58918500703fee3b" providerId="LiveId" clId="{7FA9F001-7D61-43F7-BC7A-A88E4F1979CC}" dt="2026-04-20T16:33:47.703" v="2743" actId="26606"/>
          <ac:spMkLst>
            <pc:docMk/>
            <pc:sldMk cId="3769585174" sldId="260"/>
            <ac:spMk id="16" creationId="{53E5B1A8-3AC9-4BD1-9BBC-78CA94F2D1BA}"/>
          </ac:spMkLst>
        </pc:spChg>
        <pc:spChg chg="add del">
          <ac:chgData name="arpan adhikari" userId="58918500703fee3b" providerId="LiveId" clId="{7FA9F001-7D61-43F7-BC7A-A88E4F1979CC}" dt="2026-04-20T16:33:46.271" v="2741" actId="26606"/>
          <ac:spMkLst>
            <pc:docMk/>
            <pc:sldMk cId="3769585174" sldId="260"/>
            <ac:spMk id="17" creationId="{7517A47C-B2E5-4B79-8061-D74B1311AF6E}"/>
          </ac:spMkLst>
        </pc:spChg>
        <pc:spChg chg="add del">
          <ac:chgData name="arpan adhikari" userId="58918500703fee3b" providerId="LiveId" clId="{7FA9F001-7D61-43F7-BC7A-A88E4F1979CC}" dt="2026-04-20T16:33:46.271" v="2741" actId="26606"/>
          <ac:spMkLst>
            <pc:docMk/>
            <pc:sldMk cId="3769585174" sldId="260"/>
            <ac:spMk id="18" creationId="{C505E780-2083-4CB5-A42A-5E0E2908ECC3}"/>
          </ac:spMkLst>
        </pc:spChg>
        <pc:spChg chg="add del">
          <ac:chgData name="arpan adhikari" userId="58918500703fee3b" providerId="LiveId" clId="{7FA9F001-7D61-43F7-BC7A-A88E4F1979CC}" dt="2026-04-20T16:33:46.271" v="2741" actId="26606"/>
          <ac:spMkLst>
            <pc:docMk/>
            <pc:sldMk cId="3769585174" sldId="260"/>
            <ac:spMk id="19" creationId="{D2C0AE1C-0118-41AE-8A10-7CDCBF10E96F}"/>
          </ac:spMkLst>
        </pc:spChg>
        <pc:spChg chg="add del">
          <ac:chgData name="arpan adhikari" userId="58918500703fee3b" providerId="LiveId" clId="{7FA9F001-7D61-43F7-BC7A-A88E4F1979CC}" dt="2026-04-20T16:33:46.271" v="2741" actId="26606"/>
          <ac:spMkLst>
            <pc:docMk/>
            <pc:sldMk cId="3769585174" sldId="260"/>
            <ac:spMk id="20" creationId="{463EEC44-1BA3-44ED-81FC-A644B04B2A44}"/>
          </ac:spMkLst>
        </pc:spChg>
        <pc:spChg chg="add del">
          <ac:chgData name="arpan adhikari" userId="58918500703fee3b" providerId="LiveId" clId="{7FA9F001-7D61-43F7-BC7A-A88E4F1979CC}" dt="2026-04-20T16:33:47.703" v="2743" actId="26606"/>
          <ac:spMkLst>
            <pc:docMk/>
            <pc:sldMk cId="3769585174" sldId="260"/>
            <ac:spMk id="23" creationId="{D726E865-E883-8B5B-7B4D-B747DA8F76DB}"/>
          </ac:spMkLst>
        </pc:spChg>
        <pc:spChg chg="add del">
          <ac:chgData name="arpan adhikari" userId="58918500703fee3b" providerId="LiveId" clId="{7FA9F001-7D61-43F7-BC7A-A88E4F1979CC}" dt="2026-04-20T16:33:48.814" v="2745" actId="26606"/>
          <ac:spMkLst>
            <pc:docMk/>
            <pc:sldMk cId="3769585174" sldId="260"/>
            <ac:spMk id="26" creationId="{B50AB553-2A96-4A92-96F2-93548E096954}"/>
          </ac:spMkLst>
        </pc:spChg>
        <pc:spChg chg="add del">
          <ac:chgData name="arpan adhikari" userId="58918500703fee3b" providerId="LiveId" clId="{7FA9F001-7D61-43F7-BC7A-A88E4F1979CC}" dt="2026-04-20T16:33:50.156" v="2747" actId="26606"/>
          <ac:spMkLst>
            <pc:docMk/>
            <pc:sldMk cId="3769585174" sldId="260"/>
            <ac:spMk id="29" creationId="{1B15ED52-F352-441B-82BF-E0EA34836D08}"/>
          </ac:spMkLst>
        </pc:spChg>
        <pc:spChg chg="add del">
          <ac:chgData name="arpan adhikari" userId="58918500703fee3b" providerId="LiveId" clId="{7FA9F001-7D61-43F7-BC7A-A88E4F1979CC}" dt="2026-04-20T16:33:50.156" v="2747" actId="26606"/>
          <ac:spMkLst>
            <pc:docMk/>
            <pc:sldMk cId="3769585174" sldId="260"/>
            <ac:spMk id="30" creationId="{3B2E3793-BFE6-45A2-9B7B-E18844431C99}"/>
          </ac:spMkLst>
        </pc:spChg>
        <pc:spChg chg="add del">
          <ac:chgData name="arpan adhikari" userId="58918500703fee3b" providerId="LiveId" clId="{7FA9F001-7D61-43F7-BC7A-A88E4F1979CC}" dt="2026-04-20T16:33:50.156" v="2747" actId="26606"/>
          <ac:spMkLst>
            <pc:docMk/>
            <pc:sldMk cId="3769585174" sldId="260"/>
            <ac:spMk id="31" creationId="{BC4C4868-CB8F-4AF9-9CDB-8108F2C19B67}"/>
          </ac:spMkLst>
        </pc:spChg>
        <pc:spChg chg="add del">
          <ac:chgData name="arpan adhikari" userId="58918500703fee3b" providerId="LiveId" clId="{7FA9F001-7D61-43F7-BC7A-A88E4F1979CC}" dt="2026-04-20T16:33:50.156" v="2747" actId="26606"/>
          <ac:spMkLst>
            <pc:docMk/>
            <pc:sldMk cId="3769585174" sldId="260"/>
            <ac:spMk id="32" creationId="{375E0459-6403-40CD-989D-56A4407CA12E}"/>
          </ac:spMkLst>
        </pc:spChg>
        <pc:spChg chg="add del">
          <ac:chgData name="arpan adhikari" userId="58918500703fee3b" providerId="LiveId" clId="{7FA9F001-7D61-43F7-BC7A-A88E4F1979CC}" dt="2026-04-20T16:33:50.156" v="2747" actId="26606"/>
          <ac:spMkLst>
            <pc:docMk/>
            <pc:sldMk cId="3769585174" sldId="260"/>
            <ac:spMk id="33" creationId="{53E5B1A8-3AC9-4BD1-9BBC-78CA94F2D1BA}"/>
          </ac:spMkLst>
        </pc:spChg>
        <pc:spChg chg="add del">
          <ac:chgData name="arpan adhikari" userId="58918500703fee3b" providerId="LiveId" clId="{7FA9F001-7D61-43F7-BC7A-A88E4F1979CC}" dt="2026-04-20T16:33:50.156" v="2747" actId="26606"/>
          <ac:spMkLst>
            <pc:docMk/>
            <pc:sldMk cId="3769585174" sldId="260"/>
            <ac:spMk id="34" creationId="{D726E865-E883-8B5B-7B4D-B747DA8F76DB}"/>
          </ac:spMkLst>
        </pc:spChg>
        <pc:spChg chg="add del">
          <ac:chgData name="arpan adhikari" userId="58918500703fee3b" providerId="LiveId" clId="{7FA9F001-7D61-43F7-BC7A-A88E4F1979CC}" dt="2026-04-20T16:33:51.559" v="2749" actId="26606"/>
          <ac:spMkLst>
            <pc:docMk/>
            <pc:sldMk cId="3769585174" sldId="260"/>
            <ac:spMk id="36" creationId="{BACC6370-2D7E-4714-9D71-7542949D7D5D}"/>
          </ac:spMkLst>
        </pc:spChg>
        <pc:spChg chg="add del">
          <ac:chgData name="arpan adhikari" userId="58918500703fee3b" providerId="LiveId" clId="{7FA9F001-7D61-43F7-BC7A-A88E4F1979CC}" dt="2026-04-20T16:33:51.559" v="2749" actId="26606"/>
          <ac:spMkLst>
            <pc:docMk/>
            <pc:sldMk cId="3769585174" sldId="260"/>
            <ac:spMk id="37" creationId="{F68B3F68-107C-434F-AA38-110D5EA91B85}"/>
          </ac:spMkLst>
        </pc:spChg>
        <pc:spChg chg="add del">
          <ac:chgData name="arpan adhikari" userId="58918500703fee3b" providerId="LiveId" clId="{7FA9F001-7D61-43F7-BC7A-A88E4F1979CC}" dt="2026-04-20T16:33:51.559" v="2749" actId="26606"/>
          <ac:spMkLst>
            <pc:docMk/>
            <pc:sldMk cId="3769585174" sldId="260"/>
            <ac:spMk id="38" creationId="{AAD0DBB9-1A4B-4391-81D4-CB19F9AB918A}"/>
          </ac:spMkLst>
        </pc:spChg>
        <pc:spChg chg="add del">
          <ac:chgData name="arpan adhikari" userId="58918500703fee3b" providerId="LiveId" clId="{7FA9F001-7D61-43F7-BC7A-A88E4F1979CC}" dt="2026-04-20T16:33:51.559" v="2749" actId="26606"/>
          <ac:spMkLst>
            <pc:docMk/>
            <pc:sldMk cId="3769585174" sldId="260"/>
            <ac:spMk id="39" creationId="{063BBA22-50EA-4C4D-BE05-F1CE4E63AA56}"/>
          </ac:spMkLst>
        </pc:spChg>
        <pc:spChg chg="add del">
          <ac:chgData name="arpan adhikari" userId="58918500703fee3b" providerId="LiveId" clId="{7FA9F001-7D61-43F7-BC7A-A88E4F1979CC}" dt="2026-04-20T16:33:53.240" v="2751" actId="26606"/>
          <ac:spMkLst>
            <pc:docMk/>
            <pc:sldMk cId="3769585174" sldId="260"/>
            <ac:spMk id="42" creationId="{D1D34770-47A8-402C-AF23-2B653F2D88C1}"/>
          </ac:spMkLst>
        </pc:spChg>
        <pc:spChg chg="add">
          <ac:chgData name="arpan adhikari" userId="58918500703fee3b" providerId="LiveId" clId="{7FA9F001-7D61-43F7-BC7A-A88E4F1979CC}" dt="2026-04-20T16:34:01.220" v="2756" actId="26606"/>
          <ac:spMkLst>
            <pc:docMk/>
            <pc:sldMk cId="3769585174" sldId="260"/>
            <ac:spMk id="50" creationId="{907EF6B7-1338-4443-8C46-6A318D952DFD}"/>
          </ac:spMkLst>
        </pc:spChg>
        <pc:spChg chg="add">
          <ac:chgData name="arpan adhikari" userId="58918500703fee3b" providerId="LiveId" clId="{7FA9F001-7D61-43F7-BC7A-A88E4F1979CC}" dt="2026-04-20T16:34:01.220" v="2756" actId="26606"/>
          <ac:spMkLst>
            <pc:docMk/>
            <pc:sldMk cId="3769585174" sldId="260"/>
            <ac:spMk id="51" creationId="{DAAE4CDD-124C-4DCF-9584-B6033B545DD5}"/>
          </ac:spMkLst>
        </pc:spChg>
        <pc:spChg chg="add">
          <ac:chgData name="arpan adhikari" userId="58918500703fee3b" providerId="LiveId" clId="{7FA9F001-7D61-43F7-BC7A-A88E4F1979CC}" dt="2026-04-20T16:34:01.220" v="2756" actId="26606"/>
          <ac:spMkLst>
            <pc:docMk/>
            <pc:sldMk cId="3769585174" sldId="260"/>
            <ac:spMk id="52" creationId="{081E4A58-353D-44AE-B2FC-2A74E2E400F7}"/>
          </ac:spMkLst>
        </pc:spChg>
        <pc:spChg chg="add">
          <ac:chgData name="arpan adhikari" userId="58918500703fee3b" providerId="LiveId" clId="{7FA9F001-7D61-43F7-BC7A-A88E4F1979CC}" dt="2026-04-20T16:34:01.220" v="2756" actId="26606"/>
          <ac:spMkLst>
            <pc:docMk/>
            <pc:sldMk cId="3769585174" sldId="260"/>
            <ac:spMk id="53" creationId="{D726E865-E883-8B5B-7B4D-B747DA8F76DB}"/>
          </ac:spMkLst>
        </pc:spChg>
        <pc:graphicFrameChg chg="add del">
          <ac:chgData name="arpan adhikari" userId="58918500703fee3b" providerId="LiveId" clId="{7FA9F001-7D61-43F7-BC7A-A88E4F1979CC}" dt="2026-04-20T16:33:44.547" v="2739" actId="26606"/>
          <ac:graphicFrameMkLst>
            <pc:docMk/>
            <pc:sldMk cId="3769585174" sldId="260"/>
            <ac:graphicFrameMk id="6" creationId="{18B418AA-150C-7E1C-1502-F841421D86D2}"/>
          </ac:graphicFrameMkLst>
        </pc:graphicFrameChg>
        <pc:graphicFrameChg chg="add del">
          <ac:chgData name="arpan adhikari" userId="58918500703fee3b" providerId="LiveId" clId="{7FA9F001-7D61-43F7-BC7A-A88E4F1979CC}" dt="2026-04-20T16:33:46.271" v="2741" actId="26606"/>
          <ac:graphicFrameMkLst>
            <pc:docMk/>
            <pc:sldMk cId="3769585174" sldId="260"/>
            <ac:graphicFrameMk id="21" creationId="{EC626B98-C0E2-2FD0-CF15-7A65472318D7}"/>
          </ac:graphicFrameMkLst>
        </pc:graphicFrameChg>
        <pc:graphicFrameChg chg="add del">
          <ac:chgData name="arpan adhikari" userId="58918500703fee3b" providerId="LiveId" clId="{7FA9F001-7D61-43F7-BC7A-A88E4F1979CC}" dt="2026-04-20T16:33:48.814" v="2745" actId="26606"/>
          <ac:graphicFrameMkLst>
            <pc:docMk/>
            <pc:sldMk cId="3769585174" sldId="260"/>
            <ac:graphicFrameMk id="27" creationId="{ABC8D372-559F-FF7E-F58D-6EDB87895C35}"/>
          </ac:graphicFrameMkLst>
        </pc:graphicFrameChg>
        <pc:graphicFrameChg chg="add del">
          <ac:chgData name="arpan adhikari" userId="58918500703fee3b" providerId="LiveId" clId="{7FA9F001-7D61-43F7-BC7A-A88E4F1979CC}" dt="2026-04-20T16:33:51.559" v="2749" actId="26606"/>
          <ac:graphicFrameMkLst>
            <pc:docMk/>
            <pc:sldMk cId="3769585174" sldId="260"/>
            <ac:graphicFrameMk id="40" creationId="{269197FD-A62A-77D9-432D-7A3455DF5B8D}"/>
          </ac:graphicFrameMkLst>
        </pc:graphicFrameChg>
        <pc:graphicFrameChg chg="add del">
          <ac:chgData name="arpan adhikari" userId="58918500703fee3b" providerId="LiveId" clId="{7FA9F001-7D61-43F7-BC7A-A88E4F1979CC}" dt="2026-04-20T16:33:53.240" v="2751" actId="26606"/>
          <ac:graphicFrameMkLst>
            <pc:docMk/>
            <pc:sldMk cId="3769585174" sldId="260"/>
            <ac:graphicFrameMk id="44" creationId="{C0715170-3FF3-B6E6-CA78-230C7D76FEDA}"/>
          </ac:graphicFrameMkLst>
        </pc:graphicFrameChg>
        <pc:graphicFrameChg chg="add del">
          <ac:chgData name="arpan adhikari" userId="58918500703fee3b" providerId="LiveId" clId="{7FA9F001-7D61-43F7-BC7A-A88E4F1979CC}" dt="2026-04-20T16:33:54.773" v="2753" actId="26606"/>
          <ac:graphicFrameMkLst>
            <pc:docMk/>
            <pc:sldMk cId="3769585174" sldId="260"/>
            <ac:graphicFrameMk id="46" creationId="{0F516215-9CFD-5FC8-DFD3-CF16E4FD1353}"/>
          </ac:graphicFrameMkLst>
        </pc:graphicFrameChg>
        <pc:graphicFrameChg chg="add del">
          <ac:chgData name="arpan adhikari" userId="58918500703fee3b" providerId="LiveId" clId="{7FA9F001-7D61-43F7-BC7A-A88E4F1979CC}" dt="2026-04-20T16:34:01.214" v="2755" actId="26606"/>
          <ac:graphicFrameMkLst>
            <pc:docMk/>
            <pc:sldMk cId="3769585174" sldId="260"/>
            <ac:graphicFrameMk id="48" creationId="{71DB3582-B5D0-BE46-E104-C3434B8B3A0F}"/>
          </ac:graphicFrameMkLst>
        </pc:graphicFrameChg>
        <pc:picChg chg="add del">
          <ac:chgData name="arpan adhikari" userId="58918500703fee3b" providerId="LiveId" clId="{7FA9F001-7D61-43F7-BC7A-A88E4F1979CC}" dt="2026-04-20T16:33:48.814" v="2745" actId="26606"/>
          <ac:picMkLst>
            <pc:docMk/>
            <pc:sldMk cId="3769585174" sldId="260"/>
            <ac:picMk id="25" creationId="{48EE34B1-668D-4EC9-4DFA-13F6DFA1E180}"/>
          </ac:picMkLst>
        </pc:picChg>
        <pc:picChg chg="add del">
          <ac:chgData name="arpan adhikari" userId="58918500703fee3b" providerId="LiveId" clId="{7FA9F001-7D61-43F7-BC7A-A88E4F1979CC}" dt="2026-04-20T16:33:53.240" v="2751" actId="26606"/>
          <ac:picMkLst>
            <pc:docMk/>
            <pc:sldMk cId="3769585174" sldId="260"/>
            <ac:picMk id="43" creationId="{10C8BA40-2246-DBD0-7E2E-FDED38C442CB}"/>
          </ac:picMkLst>
        </pc:picChg>
      </pc:sldChg>
      <pc:sldChg chg="addSp delSp modSp new mod setBg">
        <pc:chgData name="arpan adhikari" userId="58918500703fee3b" providerId="LiveId" clId="{7FA9F001-7D61-43F7-BC7A-A88E4F1979CC}" dt="2026-04-20T16:34:11.327" v="2759" actId="26606"/>
        <pc:sldMkLst>
          <pc:docMk/>
          <pc:sldMk cId="2321846630" sldId="261"/>
        </pc:sldMkLst>
        <pc:spChg chg="mod">
          <ac:chgData name="arpan adhikari" userId="58918500703fee3b" providerId="LiveId" clId="{7FA9F001-7D61-43F7-BC7A-A88E4F1979CC}" dt="2026-04-20T16:34:11.327" v="2759" actId="26606"/>
          <ac:spMkLst>
            <pc:docMk/>
            <pc:sldMk cId="2321846630" sldId="261"/>
            <ac:spMk id="2" creationId="{4C56EC72-52F2-EE5D-8208-DD68C6C82C20}"/>
          </ac:spMkLst>
        </pc:spChg>
        <pc:spChg chg="mod">
          <ac:chgData name="arpan adhikari" userId="58918500703fee3b" providerId="LiveId" clId="{7FA9F001-7D61-43F7-BC7A-A88E4F1979CC}" dt="2026-04-20T16:34:11.327" v="2759" actId="26606"/>
          <ac:spMkLst>
            <pc:docMk/>
            <pc:sldMk cId="2321846630" sldId="261"/>
            <ac:spMk id="3" creationId="{17D1ADE1-DCFB-D2EF-71E7-EC8D3C815D0B}"/>
          </ac:spMkLst>
        </pc:spChg>
        <pc:spChg chg="add">
          <ac:chgData name="arpan adhikari" userId="58918500703fee3b" providerId="LiveId" clId="{7FA9F001-7D61-43F7-BC7A-A88E4F1979CC}" dt="2026-04-20T16:34:04.656" v="2757" actId="26606"/>
          <ac:spMkLst>
            <pc:docMk/>
            <pc:sldMk cId="2321846630" sldId="261"/>
            <ac:spMk id="8" creationId="{907EF6B7-1338-4443-8C46-6A318D952DFD}"/>
          </ac:spMkLst>
        </pc:spChg>
        <pc:spChg chg="add del">
          <ac:chgData name="arpan adhikari" userId="58918500703fee3b" providerId="LiveId" clId="{7FA9F001-7D61-43F7-BC7A-A88E4F1979CC}" dt="2026-04-20T16:34:11.327" v="2759" actId="26606"/>
          <ac:spMkLst>
            <pc:docMk/>
            <pc:sldMk cId="2321846630" sldId="261"/>
            <ac:spMk id="10" creationId="{DAAE4CDD-124C-4DCF-9584-B6033B545DD5}"/>
          </ac:spMkLst>
        </pc:spChg>
        <pc:spChg chg="add">
          <ac:chgData name="arpan adhikari" userId="58918500703fee3b" providerId="LiveId" clId="{7FA9F001-7D61-43F7-BC7A-A88E4F1979CC}" dt="2026-04-20T16:34:04.656" v="2757" actId="26606"/>
          <ac:spMkLst>
            <pc:docMk/>
            <pc:sldMk cId="2321846630" sldId="261"/>
            <ac:spMk id="12" creationId="{081E4A58-353D-44AE-B2FC-2A74E2E400F7}"/>
          </ac:spMkLst>
        </pc:spChg>
        <pc:spChg chg="add">
          <ac:chgData name="arpan adhikari" userId="58918500703fee3b" providerId="LiveId" clId="{7FA9F001-7D61-43F7-BC7A-A88E4F1979CC}" dt="2026-04-20T16:34:11.327" v="2759" actId="26606"/>
          <ac:spMkLst>
            <pc:docMk/>
            <pc:sldMk cId="2321846630" sldId="261"/>
            <ac:spMk id="17" creationId="{E92FEB64-6EEA-4759-B4A4-BD2C1E660BA8}"/>
          </ac:spMkLst>
        </pc:spChg>
        <pc:spChg chg="add">
          <ac:chgData name="arpan adhikari" userId="58918500703fee3b" providerId="LiveId" clId="{7FA9F001-7D61-43F7-BC7A-A88E4F1979CC}" dt="2026-04-20T16:34:11.327" v="2759" actId="26606"/>
          <ac:spMkLst>
            <pc:docMk/>
            <pc:sldMk cId="2321846630" sldId="261"/>
            <ac:spMk id="21" creationId="{14847E93-7DC1-4D4B-8829-B19AA7137C50}"/>
          </ac:spMkLst>
        </pc:spChg>
        <pc:spChg chg="add">
          <ac:chgData name="arpan adhikari" userId="58918500703fee3b" providerId="LiveId" clId="{7FA9F001-7D61-43F7-BC7A-A88E4F1979CC}" dt="2026-04-20T16:34:11.327" v="2759" actId="26606"/>
          <ac:spMkLst>
            <pc:docMk/>
            <pc:sldMk cId="2321846630" sldId="261"/>
            <ac:spMk id="23" creationId="{5566D6E1-03A1-4D73-A4E0-35D74D568A04}"/>
          </ac:spMkLst>
        </pc:spChg>
        <pc:spChg chg="add">
          <ac:chgData name="arpan adhikari" userId="58918500703fee3b" providerId="LiveId" clId="{7FA9F001-7D61-43F7-BC7A-A88E4F1979CC}" dt="2026-04-20T16:34:11.327" v="2759" actId="26606"/>
          <ac:spMkLst>
            <pc:docMk/>
            <pc:sldMk cId="2321846630" sldId="261"/>
            <ac:spMk id="25" creationId="{9F835A99-04AC-494A-A572-AFE8413CC938}"/>
          </ac:spMkLst>
        </pc:spChg>
        <pc:spChg chg="add">
          <ac:chgData name="arpan adhikari" userId="58918500703fee3b" providerId="LiveId" clId="{7FA9F001-7D61-43F7-BC7A-A88E4F1979CC}" dt="2026-04-20T16:34:11.327" v="2759" actId="26606"/>
          <ac:spMkLst>
            <pc:docMk/>
            <pc:sldMk cId="2321846630" sldId="261"/>
            <ac:spMk id="27" creationId="{7B786209-1B0B-4CA9-9BDD-F7327066A84D}"/>
          </ac:spMkLst>
        </pc:spChg>
        <pc:spChg chg="add">
          <ac:chgData name="arpan adhikari" userId="58918500703fee3b" providerId="LiveId" clId="{7FA9F001-7D61-43F7-BC7A-A88E4F1979CC}" dt="2026-04-20T16:34:11.327" v="2759" actId="26606"/>
          <ac:spMkLst>
            <pc:docMk/>
            <pc:sldMk cId="2321846630" sldId="261"/>
            <ac:spMk id="29" creationId="{2D2964BB-484D-45AE-AD66-D407D0629652}"/>
          </ac:spMkLst>
        </pc:spChg>
        <pc:spChg chg="add">
          <ac:chgData name="arpan adhikari" userId="58918500703fee3b" providerId="LiveId" clId="{7FA9F001-7D61-43F7-BC7A-A88E4F1979CC}" dt="2026-04-20T16:34:11.327" v="2759" actId="26606"/>
          <ac:spMkLst>
            <pc:docMk/>
            <pc:sldMk cId="2321846630" sldId="261"/>
            <ac:spMk id="31" creationId="{6691AC69-A76E-4DAB-B565-468B6B87ACF3}"/>
          </ac:spMkLst>
        </pc:spChg>
      </pc:sldChg>
      <pc:sldChg chg="addSp modSp new mod setBg">
        <pc:chgData name="arpan adhikari" userId="58918500703fee3b" providerId="LiveId" clId="{7FA9F001-7D61-43F7-BC7A-A88E4F1979CC}" dt="2026-04-20T16:34:08.163" v="2758" actId="26606"/>
        <pc:sldMkLst>
          <pc:docMk/>
          <pc:sldMk cId="2355392874" sldId="262"/>
        </pc:sldMkLst>
        <pc:spChg chg="mod">
          <ac:chgData name="arpan adhikari" userId="58918500703fee3b" providerId="LiveId" clId="{7FA9F001-7D61-43F7-BC7A-A88E4F1979CC}" dt="2026-04-20T16:34:08.163" v="2758" actId="26606"/>
          <ac:spMkLst>
            <pc:docMk/>
            <pc:sldMk cId="2355392874" sldId="262"/>
            <ac:spMk id="2" creationId="{C10989F4-6C88-625B-982B-EBE68E2B350A}"/>
          </ac:spMkLst>
        </pc:spChg>
        <pc:spChg chg="mod">
          <ac:chgData name="arpan adhikari" userId="58918500703fee3b" providerId="LiveId" clId="{7FA9F001-7D61-43F7-BC7A-A88E4F1979CC}" dt="2026-04-20T16:34:08.163" v="2758" actId="26606"/>
          <ac:spMkLst>
            <pc:docMk/>
            <pc:sldMk cId="2355392874" sldId="262"/>
            <ac:spMk id="3" creationId="{0849F589-D5A6-018B-2199-0302FD4C2294}"/>
          </ac:spMkLst>
        </pc:spChg>
        <pc:spChg chg="add">
          <ac:chgData name="arpan adhikari" userId="58918500703fee3b" providerId="LiveId" clId="{7FA9F001-7D61-43F7-BC7A-A88E4F1979CC}" dt="2026-04-20T16:34:08.163" v="2758" actId="26606"/>
          <ac:spMkLst>
            <pc:docMk/>
            <pc:sldMk cId="2355392874" sldId="262"/>
            <ac:spMk id="8" creationId="{C2554CA6-288E-4202-BC52-2E5A8F0C0AED}"/>
          </ac:spMkLst>
        </pc:spChg>
        <pc:spChg chg="add">
          <ac:chgData name="arpan adhikari" userId="58918500703fee3b" providerId="LiveId" clId="{7FA9F001-7D61-43F7-BC7A-A88E4F1979CC}" dt="2026-04-20T16:34:08.163" v="2758" actId="26606"/>
          <ac:spMkLst>
            <pc:docMk/>
            <pc:sldMk cId="2355392874" sldId="262"/>
            <ac:spMk id="10" creationId="{B10BB131-AC8E-4A8E-A5D1-36260F720C3B}"/>
          </ac:spMkLst>
        </pc:spChg>
        <pc:spChg chg="add">
          <ac:chgData name="arpan adhikari" userId="58918500703fee3b" providerId="LiveId" clId="{7FA9F001-7D61-43F7-BC7A-A88E4F1979CC}" dt="2026-04-20T16:34:08.163" v="2758" actId="26606"/>
          <ac:spMkLst>
            <pc:docMk/>
            <pc:sldMk cId="2355392874" sldId="262"/>
            <ac:spMk id="12" creationId="{5B7778FC-632E-4DCA-A7CB-0D7731CCF970}"/>
          </ac:spMkLst>
        </pc:spChg>
        <pc:spChg chg="add">
          <ac:chgData name="arpan adhikari" userId="58918500703fee3b" providerId="LiveId" clId="{7FA9F001-7D61-43F7-BC7A-A88E4F1979CC}" dt="2026-04-20T16:34:08.163" v="2758" actId="26606"/>
          <ac:spMkLst>
            <pc:docMk/>
            <pc:sldMk cId="2355392874" sldId="262"/>
            <ac:spMk id="14" creationId="{FA23A907-97FB-4A8F-880A-DD77401C4296}"/>
          </ac:spMkLst>
        </pc:spChg>
      </pc:sldChg>
      <pc:sldChg chg="addSp modSp new mod setBg">
        <pc:chgData name="arpan adhikari" userId="58918500703fee3b" providerId="LiveId" clId="{7FA9F001-7D61-43F7-BC7A-A88E4F1979CC}" dt="2026-04-20T16:34:17.252" v="2760" actId="26606"/>
        <pc:sldMkLst>
          <pc:docMk/>
          <pc:sldMk cId="1052242316" sldId="263"/>
        </pc:sldMkLst>
        <pc:spChg chg="mod">
          <ac:chgData name="arpan adhikari" userId="58918500703fee3b" providerId="LiveId" clId="{7FA9F001-7D61-43F7-BC7A-A88E4F1979CC}" dt="2026-04-20T16:34:17.252" v="2760" actId="26606"/>
          <ac:spMkLst>
            <pc:docMk/>
            <pc:sldMk cId="1052242316" sldId="263"/>
            <ac:spMk id="2" creationId="{633665D2-3047-38F2-F62B-E4B6521797EA}"/>
          </ac:spMkLst>
        </pc:spChg>
        <pc:spChg chg="mod">
          <ac:chgData name="arpan adhikari" userId="58918500703fee3b" providerId="LiveId" clId="{7FA9F001-7D61-43F7-BC7A-A88E4F1979CC}" dt="2026-04-20T16:34:17.252" v="2760" actId="26606"/>
          <ac:spMkLst>
            <pc:docMk/>
            <pc:sldMk cId="1052242316" sldId="263"/>
            <ac:spMk id="3" creationId="{5C709B93-471E-85A3-52A9-EC33051F0587}"/>
          </ac:spMkLst>
        </pc:spChg>
        <pc:spChg chg="add">
          <ac:chgData name="arpan adhikari" userId="58918500703fee3b" providerId="LiveId" clId="{7FA9F001-7D61-43F7-BC7A-A88E4F1979CC}" dt="2026-04-20T16:34:17.252" v="2760" actId="26606"/>
          <ac:spMkLst>
            <pc:docMk/>
            <pc:sldMk cId="1052242316" sldId="263"/>
            <ac:spMk id="8" creationId="{1709F1D5-B0F1-4714-A239-E5B61C161915}"/>
          </ac:spMkLst>
        </pc:spChg>
        <pc:spChg chg="add">
          <ac:chgData name="arpan adhikari" userId="58918500703fee3b" providerId="LiveId" clId="{7FA9F001-7D61-43F7-BC7A-A88E4F1979CC}" dt="2026-04-20T16:34:17.252" v="2760" actId="26606"/>
          <ac:spMkLst>
            <pc:docMk/>
            <pc:sldMk cId="1052242316" sldId="263"/>
            <ac:spMk id="10" creationId="{228FB460-D3FF-4440-A020-05982A09E517}"/>
          </ac:spMkLst>
        </pc:spChg>
        <pc:spChg chg="add">
          <ac:chgData name="arpan adhikari" userId="58918500703fee3b" providerId="LiveId" clId="{7FA9F001-7D61-43F7-BC7A-A88E4F1979CC}" dt="2026-04-20T16:34:17.252" v="2760" actId="26606"/>
          <ac:spMkLst>
            <pc:docMk/>
            <pc:sldMk cId="1052242316" sldId="263"/>
            <ac:spMk id="12" creationId="{14847E93-7DC1-4D4B-8829-B19AA7137C50}"/>
          </ac:spMkLst>
        </pc:spChg>
        <pc:spChg chg="add">
          <ac:chgData name="arpan adhikari" userId="58918500703fee3b" providerId="LiveId" clId="{7FA9F001-7D61-43F7-BC7A-A88E4F1979CC}" dt="2026-04-20T16:34:17.252" v="2760" actId="26606"/>
          <ac:spMkLst>
            <pc:docMk/>
            <pc:sldMk cId="1052242316" sldId="263"/>
            <ac:spMk id="14" creationId="{5566D6E1-03A1-4D73-A4E0-35D74D568A04}"/>
          </ac:spMkLst>
        </pc:spChg>
        <pc:spChg chg="add">
          <ac:chgData name="arpan adhikari" userId="58918500703fee3b" providerId="LiveId" clId="{7FA9F001-7D61-43F7-BC7A-A88E4F1979CC}" dt="2026-04-20T16:34:17.252" v="2760" actId="26606"/>
          <ac:spMkLst>
            <pc:docMk/>
            <pc:sldMk cId="1052242316" sldId="263"/>
            <ac:spMk id="16" creationId="{9F835A99-04AC-494A-A572-AFE8413CC938}"/>
          </ac:spMkLst>
        </pc:spChg>
        <pc:spChg chg="add">
          <ac:chgData name="arpan adhikari" userId="58918500703fee3b" providerId="LiveId" clId="{7FA9F001-7D61-43F7-BC7A-A88E4F1979CC}" dt="2026-04-20T16:34:17.252" v="2760" actId="26606"/>
          <ac:spMkLst>
            <pc:docMk/>
            <pc:sldMk cId="1052242316" sldId="263"/>
            <ac:spMk id="18" creationId="{7B786209-1B0B-4CA9-9BDD-F7327066A84D}"/>
          </ac:spMkLst>
        </pc:spChg>
        <pc:spChg chg="add">
          <ac:chgData name="arpan adhikari" userId="58918500703fee3b" providerId="LiveId" clId="{7FA9F001-7D61-43F7-BC7A-A88E4F1979CC}" dt="2026-04-20T16:34:17.252" v="2760" actId="26606"/>
          <ac:spMkLst>
            <pc:docMk/>
            <pc:sldMk cId="1052242316" sldId="263"/>
            <ac:spMk id="20" creationId="{2D2964BB-484D-45AE-AD66-D407D0629652}"/>
          </ac:spMkLst>
        </pc:spChg>
        <pc:spChg chg="add">
          <ac:chgData name="arpan adhikari" userId="58918500703fee3b" providerId="LiveId" clId="{7FA9F001-7D61-43F7-BC7A-A88E4F1979CC}" dt="2026-04-20T16:34:17.252" v="2760" actId="26606"/>
          <ac:spMkLst>
            <pc:docMk/>
            <pc:sldMk cId="1052242316" sldId="263"/>
            <ac:spMk id="22" creationId="{6691AC69-A76E-4DAB-B565-468B6B87ACF3}"/>
          </ac:spMkLst>
        </pc:spChg>
      </pc:sldChg>
      <pc:sldChg chg="addSp delSp modSp new mod setBg">
        <pc:chgData name="arpan adhikari" userId="58918500703fee3b" providerId="LiveId" clId="{7FA9F001-7D61-43F7-BC7A-A88E4F1979CC}" dt="2026-04-20T16:34:36.285" v="2771" actId="26606"/>
        <pc:sldMkLst>
          <pc:docMk/>
          <pc:sldMk cId="1267272442" sldId="264"/>
        </pc:sldMkLst>
        <pc:spChg chg="mod">
          <ac:chgData name="arpan adhikari" userId="58918500703fee3b" providerId="LiveId" clId="{7FA9F001-7D61-43F7-BC7A-A88E4F1979CC}" dt="2026-04-20T16:34:36.285" v="2771" actId="26606"/>
          <ac:spMkLst>
            <pc:docMk/>
            <pc:sldMk cId="1267272442" sldId="264"/>
            <ac:spMk id="2" creationId="{FE65BAD9-5901-6260-F6B9-35CD6CE98E4C}"/>
          </ac:spMkLst>
        </pc:spChg>
        <pc:spChg chg="add del mod">
          <ac:chgData name="arpan adhikari" userId="58918500703fee3b" providerId="LiveId" clId="{7FA9F001-7D61-43F7-BC7A-A88E4F1979CC}" dt="2026-04-20T16:34:36.285" v="2771" actId="26606"/>
          <ac:spMkLst>
            <pc:docMk/>
            <pc:sldMk cId="1267272442" sldId="264"/>
            <ac:spMk id="3" creationId="{4B80B2BC-CBC5-31B8-D1AF-10490936F4A7}"/>
          </ac:spMkLst>
        </pc:spChg>
        <pc:spChg chg="add">
          <ac:chgData name="arpan adhikari" userId="58918500703fee3b" providerId="LiveId" clId="{7FA9F001-7D61-43F7-BC7A-A88E4F1979CC}" dt="2026-04-20T16:34:36.285" v="2771" actId="26606"/>
          <ac:spMkLst>
            <pc:docMk/>
            <pc:sldMk cId="1267272442" sldId="264"/>
            <ac:spMk id="8" creationId="{907EF6B7-1338-4443-8C46-6A318D952DFD}"/>
          </ac:spMkLst>
        </pc:spChg>
        <pc:spChg chg="add del">
          <ac:chgData name="arpan adhikari" userId="58918500703fee3b" providerId="LiveId" clId="{7FA9F001-7D61-43F7-BC7A-A88E4F1979CC}" dt="2026-04-20T16:34:25.129" v="2762" actId="26606"/>
          <ac:spMkLst>
            <pc:docMk/>
            <pc:sldMk cId="1267272442" sldId="264"/>
            <ac:spMk id="9" creationId="{BACC6370-2D7E-4714-9D71-7542949D7D5D}"/>
          </ac:spMkLst>
        </pc:spChg>
        <pc:spChg chg="add del">
          <ac:chgData name="arpan adhikari" userId="58918500703fee3b" providerId="LiveId" clId="{7FA9F001-7D61-43F7-BC7A-A88E4F1979CC}" dt="2026-04-20T16:34:26.543" v="2764" actId="26606"/>
          <ac:spMkLst>
            <pc:docMk/>
            <pc:sldMk cId="1267272442" sldId="264"/>
            <ac:spMk id="10" creationId="{7025EFD5-738C-41B9-87FE-0C00E211BD8B}"/>
          </ac:spMkLst>
        </pc:spChg>
        <pc:spChg chg="add del">
          <ac:chgData name="arpan adhikari" userId="58918500703fee3b" providerId="LiveId" clId="{7FA9F001-7D61-43F7-BC7A-A88E4F1979CC}" dt="2026-04-20T16:34:25.129" v="2762" actId="26606"/>
          <ac:spMkLst>
            <pc:docMk/>
            <pc:sldMk cId="1267272442" sldId="264"/>
            <ac:spMk id="11" creationId="{F68B3F68-107C-434F-AA38-110D5EA91B85}"/>
          </ac:spMkLst>
        </pc:spChg>
        <pc:spChg chg="add del">
          <ac:chgData name="arpan adhikari" userId="58918500703fee3b" providerId="LiveId" clId="{7FA9F001-7D61-43F7-BC7A-A88E4F1979CC}" dt="2026-04-20T16:34:26.543" v="2764" actId="26606"/>
          <ac:spMkLst>
            <pc:docMk/>
            <pc:sldMk cId="1267272442" sldId="264"/>
            <ac:spMk id="12" creationId="{835EF3DD-7D43-4A27-8967-A92FD8CC9365}"/>
          </ac:spMkLst>
        </pc:spChg>
        <pc:spChg chg="add del">
          <ac:chgData name="arpan adhikari" userId="58918500703fee3b" providerId="LiveId" clId="{7FA9F001-7D61-43F7-BC7A-A88E4F1979CC}" dt="2026-04-20T16:34:25.129" v="2762" actId="26606"/>
          <ac:spMkLst>
            <pc:docMk/>
            <pc:sldMk cId="1267272442" sldId="264"/>
            <ac:spMk id="13" creationId="{AAD0DBB9-1A4B-4391-81D4-CB19F9AB918A}"/>
          </ac:spMkLst>
        </pc:spChg>
        <pc:spChg chg="add del">
          <ac:chgData name="arpan adhikari" userId="58918500703fee3b" providerId="LiveId" clId="{7FA9F001-7D61-43F7-BC7A-A88E4F1979CC}" dt="2026-04-20T16:34:25.129" v="2762" actId="26606"/>
          <ac:spMkLst>
            <pc:docMk/>
            <pc:sldMk cId="1267272442" sldId="264"/>
            <ac:spMk id="15" creationId="{063BBA22-50EA-4C4D-BE05-F1CE4E63AA56}"/>
          </ac:spMkLst>
        </pc:spChg>
        <pc:spChg chg="add del">
          <ac:chgData name="arpan adhikari" userId="58918500703fee3b" providerId="LiveId" clId="{7FA9F001-7D61-43F7-BC7A-A88E4F1979CC}" dt="2026-04-20T16:34:27.896" v="2766" actId="26606"/>
          <ac:spMkLst>
            <pc:docMk/>
            <pc:sldMk cId="1267272442" sldId="264"/>
            <ac:spMk id="19" creationId="{C0763A76-9F1C-4FC5-82B7-DD475DA461B2}"/>
          </ac:spMkLst>
        </pc:spChg>
        <pc:spChg chg="add del">
          <ac:chgData name="arpan adhikari" userId="58918500703fee3b" providerId="LiveId" clId="{7FA9F001-7D61-43F7-BC7A-A88E4F1979CC}" dt="2026-04-20T16:34:27.896" v="2766" actId="26606"/>
          <ac:spMkLst>
            <pc:docMk/>
            <pc:sldMk cId="1267272442" sldId="264"/>
            <ac:spMk id="20" creationId="{E81BF4F6-F2CF-4984-9D14-D6966D92F99F}"/>
          </ac:spMkLst>
        </pc:spChg>
        <pc:spChg chg="add del">
          <ac:chgData name="arpan adhikari" userId="58918500703fee3b" providerId="LiveId" clId="{7FA9F001-7D61-43F7-BC7A-A88E4F1979CC}" dt="2026-04-20T16:34:27.896" v="2766" actId="26606"/>
          <ac:spMkLst>
            <pc:docMk/>
            <pc:sldMk cId="1267272442" sldId="264"/>
            <ac:spMk id="21" creationId="{4B80B2BC-CBC5-31B8-D1AF-10490936F4A7}"/>
          </ac:spMkLst>
        </pc:spChg>
        <pc:spChg chg="add">
          <ac:chgData name="arpan adhikari" userId="58918500703fee3b" providerId="LiveId" clId="{7FA9F001-7D61-43F7-BC7A-A88E4F1979CC}" dt="2026-04-20T16:34:36.285" v="2771" actId="26606"/>
          <ac:spMkLst>
            <pc:docMk/>
            <pc:sldMk cId="1267272442" sldId="264"/>
            <ac:spMk id="28" creationId="{DAAE4CDD-124C-4DCF-9584-B6033B545DD5}"/>
          </ac:spMkLst>
        </pc:spChg>
        <pc:spChg chg="add">
          <ac:chgData name="arpan adhikari" userId="58918500703fee3b" providerId="LiveId" clId="{7FA9F001-7D61-43F7-BC7A-A88E4F1979CC}" dt="2026-04-20T16:34:36.285" v="2771" actId="26606"/>
          <ac:spMkLst>
            <pc:docMk/>
            <pc:sldMk cId="1267272442" sldId="264"/>
            <ac:spMk id="29" creationId="{081E4A58-353D-44AE-B2FC-2A74E2E400F7}"/>
          </ac:spMkLst>
        </pc:spChg>
        <pc:spChg chg="add">
          <ac:chgData name="arpan adhikari" userId="58918500703fee3b" providerId="LiveId" clId="{7FA9F001-7D61-43F7-BC7A-A88E4F1979CC}" dt="2026-04-20T16:34:36.285" v="2771" actId="26606"/>
          <ac:spMkLst>
            <pc:docMk/>
            <pc:sldMk cId="1267272442" sldId="264"/>
            <ac:spMk id="30" creationId="{4B80B2BC-CBC5-31B8-D1AF-10490936F4A7}"/>
          </ac:spMkLst>
        </pc:spChg>
        <pc:graphicFrameChg chg="add del">
          <ac:chgData name="arpan adhikari" userId="58918500703fee3b" providerId="LiveId" clId="{7FA9F001-7D61-43F7-BC7A-A88E4F1979CC}" dt="2026-04-20T16:34:25.129" v="2762" actId="26606"/>
          <ac:graphicFrameMkLst>
            <pc:docMk/>
            <pc:sldMk cId="1267272442" sldId="264"/>
            <ac:graphicFrameMk id="5" creationId="{8A257E5E-ED48-1218-B970-248EC390E2A5}"/>
          </ac:graphicFrameMkLst>
        </pc:graphicFrameChg>
        <pc:graphicFrameChg chg="add del">
          <ac:chgData name="arpan adhikari" userId="58918500703fee3b" providerId="LiveId" clId="{7FA9F001-7D61-43F7-BC7A-A88E4F1979CC}" dt="2026-04-20T16:34:26.543" v="2764" actId="26606"/>
          <ac:graphicFrameMkLst>
            <pc:docMk/>
            <pc:sldMk cId="1267272442" sldId="264"/>
            <ac:graphicFrameMk id="17" creationId="{C8FAC71B-3E6A-F1C1-3B68-01389CBF51EC}"/>
          </ac:graphicFrameMkLst>
        </pc:graphicFrameChg>
        <pc:graphicFrameChg chg="add del">
          <ac:chgData name="arpan adhikari" userId="58918500703fee3b" providerId="LiveId" clId="{7FA9F001-7D61-43F7-BC7A-A88E4F1979CC}" dt="2026-04-20T16:34:29.507" v="2768" actId="26606"/>
          <ac:graphicFrameMkLst>
            <pc:docMk/>
            <pc:sldMk cId="1267272442" sldId="264"/>
            <ac:graphicFrameMk id="24" creationId="{9F81E859-2565-F6A0-21DA-889978CA6B20}"/>
          </ac:graphicFrameMkLst>
        </pc:graphicFrameChg>
        <pc:graphicFrameChg chg="add del">
          <ac:chgData name="arpan adhikari" userId="58918500703fee3b" providerId="LiveId" clId="{7FA9F001-7D61-43F7-BC7A-A88E4F1979CC}" dt="2026-04-20T16:34:36.279" v="2770" actId="26606"/>
          <ac:graphicFrameMkLst>
            <pc:docMk/>
            <pc:sldMk cId="1267272442" sldId="264"/>
            <ac:graphicFrameMk id="26" creationId="{EC021F1A-4AF2-B2F1-8F7D-9E5339A38557}"/>
          </ac:graphicFrameMkLst>
        </pc:graphicFrameChg>
        <pc:picChg chg="add del">
          <ac:chgData name="arpan adhikari" userId="58918500703fee3b" providerId="LiveId" clId="{7FA9F001-7D61-43F7-BC7A-A88E4F1979CC}" dt="2026-04-20T16:34:26.543" v="2764" actId="26606"/>
          <ac:picMkLst>
            <pc:docMk/>
            <pc:sldMk cId="1267272442" sldId="264"/>
            <ac:picMk id="6" creationId="{B6A3072C-F413-A65D-9504-E720EBF623E2}"/>
          </ac:picMkLst>
        </pc:picChg>
        <pc:picChg chg="add del">
          <ac:chgData name="arpan adhikari" userId="58918500703fee3b" providerId="LiveId" clId="{7FA9F001-7D61-43F7-BC7A-A88E4F1979CC}" dt="2026-04-20T16:34:27.896" v="2766" actId="26606"/>
          <ac:picMkLst>
            <pc:docMk/>
            <pc:sldMk cId="1267272442" sldId="264"/>
            <ac:picMk id="22" creationId="{AABBD8A9-E796-801C-DE63-577B5FA89716}"/>
          </ac:picMkLst>
        </pc:picChg>
      </pc:sldChg>
      <pc:sldChg chg="addSp modSp new mod setBg">
        <pc:chgData name="arpan adhikari" userId="58918500703fee3b" providerId="LiveId" clId="{7FA9F001-7D61-43F7-BC7A-A88E4F1979CC}" dt="2026-04-20T16:34:40.941" v="2772" actId="26606"/>
        <pc:sldMkLst>
          <pc:docMk/>
          <pc:sldMk cId="2018864196" sldId="265"/>
        </pc:sldMkLst>
        <pc:spChg chg="mod">
          <ac:chgData name="arpan adhikari" userId="58918500703fee3b" providerId="LiveId" clId="{7FA9F001-7D61-43F7-BC7A-A88E4F1979CC}" dt="2026-04-20T16:34:40.941" v="2772" actId="26606"/>
          <ac:spMkLst>
            <pc:docMk/>
            <pc:sldMk cId="2018864196" sldId="265"/>
            <ac:spMk id="2" creationId="{B019EBC6-0BB0-4576-F843-D72AC941AEE8}"/>
          </ac:spMkLst>
        </pc:spChg>
        <pc:spChg chg="mod">
          <ac:chgData name="arpan adhikari" userId="58918500703fee3b" providerId="LiveId" clId="{7FA9F001-7D61-43F7-BC7A-A88E4F1979CC}" dt="2026-04-20T16:34:40.941" v="2772" actId="26606"/>
          <ac:spMkLst>
            <pc:docMk/>
            <pc:sldMk cId="2018864196" sldId="265"/>
            <ac:spMk id="3" creationId="{13DD2C25-71CC-CFF2-674E-B212DC042D94}"/>
          </ac:spMkLst>
        </pc:spChg>
        <pc:spChg chg="add">
          <ac:chgData name="arpan adhikari" userId="58918500703fee3b" providerId="LiveId" clId="{7FA9F001-7D61-43F7-BC7A-A88E4F1979CC}" dt="2026-04-20T15:58:17.610" v="2565"/>
          <ac:spMkLst>
            <pc:docMk/>
            <pc:sldMk cId="2018864196" sldId="265"/>
            <ac:spMk id="4" creationId="{5BA53BAA-9C5F-CC32-81A5-A4C0DB1916E5}"/>
          </ac:spMkLst>
        </pc:spChg>
        <pc:spChg chg="add">
          <ac:chgData name="arpan adhikari" userId="58918500703fee3b" providerId="LiveId" clId="{7FA9F001-7D61-43F7-BC7A-A88E4F1979CC}" dt="2026-04-20T16:34:40.941" v="2772" actId="26606"/>
          <ac:spMkLst>
            <pc:docMk/>
            <pc:sldMk cId="2018864196" sldId="265"/>
            <ac:spMk id="8" creationId="{C2554CA6-288E-4202-BC52-2E5A8F0C0AED}"/>
          </ac:spMkLst>
        </pc:spChg>
        <pc:spChg chg="add">
          <ac:chgData name="arpan adhikari" userId="58918500703fee3b" providerId="LiveId" clId="{7FA9F001-7D61-43F7-BC7A-A88E4F1979CC}" dt="2026-04-20T16:34:40.941" v="2772" actId="26606"/>
          <ac:spMkLst>
            <pc:docMk/>
            <pc:sldMk cId="2018864196" sldId="265"/>
            <ac:spMk id="10" creationId="{B10BB131-AC8E-4A8E-A5D1-36260F720C3B}"/>
          </ac:spMkLst>
        </pc:spChg>
        <pc:spChg chg="add">
          <ac:chgData name="arpan adhikari" userId="58918500703fee3b" providerId="LiveId" clId="{7FA9F001-7D61-43F7-BC7A-A88E4F1979CC}" dt="2026-04-20T16:34:40.941" v="2772" actId="26606"/>
          <ac:spMkLst>
            <pc:docMk/>
            <pc:sldMk cId="2018864196" sldId="265"/>
            <ac:spMk id="12" creationId="{5B7778FC-632E-4DCA-A7CB-0D7731CCF970}"/>
          </ac:spMkLst>
        </pc:spChg>
        <pc:spChg chg="add">
          <ac:chgData name="arpan adhikari" userId="58918500703fee3b" providerId="LiveId" clId="{7FA9F001-7D61-43F7-BC7A-A88E4F1979CC}" dt="2026-04-20T16:34:40.941" v="2772" actId="26606"/>
          <ac:spMkLst>
            <pc:docMk/>
            <pc:sldMk cId="2018864196" sldId="265"/>
            <ac:spMk id="14" creationId="{FA23A907-97FB-4A8F-880A-DD77401C4296}"/>
          </ac:spMkLst>
        </pc:spChg>
      </pc:sldChg>
      <pc:sldChg chg="addSp delSp modSp new mod setBg">
        <pc:chgData name="arpan adhikari" userId="58918500703fee3b" providerId="LiveId" clId="{7FA9F001-7D61-43F7-BC7A-A88E4F1979CC}" dt="2026-04-20T16:34:57.970" v="2781" actId="26606"/>
        <pc:sldMkLst>
          <pc:docMk/>
          <pc:sldMk cId="4030087766" sldId="266"/>
        </pc:sldMkLst>
        <pc:spChg chg="mod">
          <ac:chgData name="arpan adhikari" userId="58918500703fee3b" providerId="LiveId" clId="{7FA9F001-7D61-43F7-BC7A-A88E4F1979CC}" dt="2026-04-20T16:34:57.970" v="2781" actId="26606"/>
          <ac:spMkLst>
            <pc:docMk/>
            <pc:sldMk cId="4030087766" sldId="266"/>
            <ac:spMk id="2" creationId="{9CBCD840-1203-3F40-532D-3C2465CE1E3E}"/>
          </ac:spMkLst>
        </pc:spChg>
        <pc:spChg chg="mod">
          <ac:chgData name="arpan adhikari" userId="58918500703fee3b" providerId="LiveId" clId="{7FA9F001-7D61-43F7-BC7A-A88E4F1979CC}" dt="2026-04-20T16:34:57.970" v="2781" actId="26606"/>
          <ac:spMkLst>
            <pc:docMk/>
            <pc:sldMk cId="4030087766" sldId="266"/>
            <ac:spMk id="3" creationId="{EC6D239D-18F5-D395-72B0-09628711A0C0}"/>
          </ac:spMkLst>
        </pc:spChg>
        <pc:spChg chg="add del">
          <ac:chgData name="arpan adhikari" userId="58918500703fee3b" providerId="LiveId" clId="{7FA9F001-7D61-43F7-BC7A-A88E4F1979CC}" dt="2026-04-20T16:34:48.997" v="2774" actId="26606"/>
          <ac:spMkLst>
            <pc:docMk/>
            <pc:sldMk cId="4030087766" sldId="266"/>
            <ac:spMk id="8" creationId="{1709F1D5-B0F1-4714-A239-E5B61C161915}"/>
          </ac:spMkLst>
        </pc:spChg>
        <pc:spChg chg="add del">
          <ac:chgData name="arpan adhikari" userId="58918500703fee3b" providerId="LiveId" clId="{7FA9F001-7D61-43F7-BC7A-A88E4F1979CC}" dt="2026-04-20T16:34:55.169" v="2776" actId="26606"/>
          <ac:spMkLst>
            <pc:docMk/>
            <pc:sldMk cId="4030087766" sldId="266"/>
            <ac:spMk id="9" creationId="{460B0EFB-53ED-4F35-B05D-F658EA021C65}"/>
          </ac:spMkLst>
        </pc:spChg>
        <pc:spChg chg="add del">
          <ac:chgData name="arpan adhikari" userId="58918500703fee3b" providerId="LiveId" clId="{7FA9F001-7D61-43F7-BC7A-A88E4F1979CC}" dt="2026-04-20T16:34:48.997" v="2774" actId="26606"/>
          <ac:spMkLst>
            <pc:docMk/>
            <pc:sldMk cId="4030087766" sldId="266"/>
            <ac:spMk id="10" creationId="{228FB460-D3FF-4440-A020-05982A09E517}"/>
          </ac:spMkLst>
        </pc:spChg>
        <pc:spChg chg="add del">
          <ac:chgData name="arpan adhikari" userId="58918500703fee3b" providerId="LiveId" clId="{7FA9F001-7D61-43F7-BC7A-A88E4F1979CC}" dt="2026-04-20T16:34:55.169" v="2776" actId="26606"/>
          <ac:spMkLst>
            <pc:docMk/>
            <pc:sldMk cId="4030087766" sldId="266"/>
            <ac:spMk id="11" creationId="{835EF3DD-7D43-4A27-8967-A92FD8CC9365}"/>
          </ac:spMkLst>
        </pc:spChg>
        <pc:spChg chg="add del">
          <ac:chgData name="arpan adhikari" userId="58918500703fee3b" providerId="LiveId" clId="{7FA9F001-7D61-43F7-BC7A-A88E4F1979CC}" dt="2026-04-20T16:34:48.997" v="2774" actId="26606"/>
          <ac:spMkLst>
            <pc:docMk/>
            <pc:sldMk cId="4030087766" sldId="266"/>
            <ac:spMk id="12" creationId="{14847E93-7DC1-4D4B-8829-B19AA7137C50}"/>
          </ac:spMkLst>
        </pc:spChg>
        <pc:spChg chg="add del">
          <ac:chgData name="arpan adhikari" userId="58918500703fee3b" providerId="LiveId" clId="{7FA9F001-7D61-43F7-BC7A-A88E4F1979CC}" dt="2026-04-20T16:34:56.367" v="2778" actId="26606"/>
          <ac:spMkLst>
            <pc:docMk/>
            <pc:sldMk cId="4030087766" sldId="266"/>
            <ac:spMk id="13" creationId="{3AD318CC-E2A8-4E27-9548-A047A78999B1}"/>
          </ac:spMkLst>
        </pc:spChg>
        <pc:spChg chg="add del">
          <ac:chgData name="arpan adhikari" userId="58918500703fee3b" providerId="LiveId" clId="{7FA9F001-7D61-43F7-BC7A-A88E4F1979CC}" dt="2026-04-20T16:34:48.997" v="2774" actId="26606"/>
          <ac:spMkLst>
            <pc:docMk/>
            <pc:sldMk cId="4030087766" sldId="266"/>
            <ac:spMk id="14" creationId="{5566D6E1-03A1-4D73-A4E0-35D74D568A04}"/>
          </ac:spMkLst>
        </pc:spChg>
        <pc:spChg chg="add del">
          <ac:chgData name="arpan adhikari" userId="58918500703fee3b" providerId="LiveId" clId="{7FA9F001-7D61-43F7-BC7A-A88E4F1979CC}" dt="2026-04-20T16:34:48.997" v="2774" actId="26606"/>
          <ac:spMkLst>
            <pc:docMk/>
            <pc:sldMk cId="4030087766" sldId="266"/>
            <ac:spMk id="16" creationId="{9F835A99-04AC-494A-A572-AFE8413CC938}"/>
          </ac:spMkLst>
        </pc:spChg>
        <pc:spChg chg="add del">
          <ac:chgData name="arpan adhikari" userId="58918500703fee3b" providerId="LiveId" clId="{7FA9F001-7D61-43F7-BC7A-A88E4F1979CC}" dt="2026-04-20T16:34:48.997" v="2774" actId="26606"/>
          <ac:spMkLst>
            <pc:docMk/>
            <pc:sldMk cId="4030087766" sldId="266"/>
            <ac:spMk id="18" creationId="{7B786209-1B0B-4CA9-9BDD-F7327066A84D}"/>
          </ac:spMkLst>
        </pc:spChg>
        <pc:spChg chg="add del">
          <ac:chgData name="arpan adhikari" userId="58918500703fee3b" providerId="LiveId" clId="{7FA9F001-7D61-43F7-BC7A-A88E4F1979CC}" dt="2026-04-20T16:34:48.997" v="2774" actId="26606"/>
          <ac:spMkLst>
            <pc:docMk/>
            <pc:sldMk cId="4030087766" sldId="266"/>
            <ac:spMk id="20" creationId="{2D2964BB-484D-45AE-AD66-D407D0629652}"/>
          </ac:spMkLst>
        </pc:spChg>
        <pc:spChg chg="add del">
          <ac:chgData name="arpan adhikari" userId="58918500703fee3b" providerId="LiveId" clId="{7FA9F001-7D61-43F7-BC7A-A88E4F1979CC}" dt="2026-04-20T16:34:56.367" v="2778" actId="26606"/>
          <ac:spMkLst>
            <pc:docMk/>
            <pc:sldMk cId="4030087766" sldId="266"/>
            <ac:spMk id="21" creationId="{2C1BBA94-3F40-40AA-8BB9-E69E25E537C1}"/>
          </ac:spMkLst>
        </pc:spChg>
        <pc:spChg chg="add del">
          <ac:chgData name="arpan adhikari" userId="58918500703fee3b" providerId="LiveId" clId="{7FA9F001-7D61-43F7-BC7A-A88E4F1979CC}" dt="2026-04-20T16:34:48.997" v="2774" actId="26606"/>
          <ac:spMkLst>
            <pc:docMk/>
            <pc:sldMk cId="4030087766" sldId="266"/>
            <ac:spMk id="22" creationId="{6691AC69-A76E-4DAB-B565-468B6B87ACF3}"/>
          </ac:spMkLst>
        </pc:spChg>
        <pc:spChg chg="add">
          <ac:chgData name="arpan adhikari" userId="58918500703fee3b" providerId="LiveId" clId="{7FA9F001-7D61-43F7-BC7A-A88E4F1979CC}" dt="2026-04-20T16:34:57.970" v="2781" actId="26606"/>
          <ac:spMkLst>
            <pc:docMk/>
            <pc:sldMk cId="4030087766" sldId="266"/>
            <ac:spMk id="26" creationId="{3AD318CC-E2A8-4E27-9548-A047A78999B1}"/>
          </ac:spMkLst>
        </pc:spChg>
        <pc:spChg chg="add">
          <ac:chgData name="arpan adhikari" userId="58918500703fee3b" providerId="LiveId" clId="{7FA9F001-7D61-43F7-BC7A-A88E4F1979CC}" dt="2026-04-20T16:34:57.970" v="2781" actId="26606"/>
          <ac:spMkLst>
            <pc:docMk/>
            <pc:sldMk cId="4030087766" sldId="266"/>
            <ac:spMk id="30" creationId="{2C1BBA94-3F40-40AA-8BB9-E69E25E537C1}"/>
          </ac:spMkLst>
        </pc:spChg>
        <pc:grpChg chg="add del">
          <ac:chgData name="arpan adhikari" userId="58918500703fee3b" providerId="LiveId" clId="{7FA9F001-7D61-43F7-BC7A-A88E4F1979CC}" dt="2026-04-20T16:34:56.367" v="2778" actId="26606"/>
          <ac:grpSpMkLst>
            <pc:docMk/>
            <pc:sldMk cId="4030087766" sldId="266"/>
            <ac:grpSpMk id="15" creationId="{B14B560F-9DD7-4302-A60B-EBD3EF59B073}"/>
          </ac:grpSpMkLst>
        </pc:grpChg>
        <pc:grpChg chg="add">
          <ac:chgData name="arpan adhikari" userId="58918500703fee3b" providerId="LiveId" clId="{7FA9F001-7D61-43F7-BC7A-A88E4F1979CC}" dt="2026-04-20T16:34:57.970" v="2781" actId="26606"/>
          <ac:grpSpMkLst>
            <pc:docMk/>
            <pc:sldMk cId="4030087766" sldId="266"/>
            <ac:grpSpMk id="27" creationId="{B14B560F-9DD7-4302-A60B-EBD3EF59B073}"/>
          </ac:grpSpMkLst>
        </pc:grpChg>
        <pc:picChg chg="add del">
          <ac:chgData name="arpan adhikari" userId="58918500703fee3b" providerId="LiveId" clId="{7FA9F001-7D61-43F7-BC7A-A88E4F1979CC}" dt="2026-04-20T16:34:55.169" v="2776" actId="26606"/>
          <ac:picMkLst>
            <pc:docMk/>
            <pc:sldMk cId="4030087766" sldId="266"/>
            <ac:picMk id="5" creationId="{682D6F0F-6C10-FCCE-14F6-D5FDD9C72CDD}"/>
          </ac:picMkLst>
        </pc:picChg>
        <pc:picChg chg="add del">
          <ac:chgData name="arpan adhikari" userId="58918500703fee3b" providerId="LiveId" clId="{7FA9F001-7D61-43F7-BC7A-A88E4F1979CC}" dt="2026-04-20T16:34:57.957" v="2780" actId="26606"/>
          <ac:picMkLst>
            <pc:docMk/>
            <pc:sldMk cId="4030087766" sldId="266"/>
            <ac:picMk id="23" creationId="{795DB4BE-9C84-6261-4123-5AC6D4DF73F2}"/>
          </ac:picMkLst>
        </pc:picChg>
        <pc:cxnChg chg="add del">
          <ac:chgData name="arpan adhikari" userId="58918500703fee3b" providerId="LiveId" clId="{7FA9F001-7D61-43F7-BC7A-A88E4F1979CC}" dt="2026-04-20T16:34:57.957" v="2780" actId="26606"/>
          <ac:cxnSpMkLst>
            <pc:docMk/>
            <pc:sldMk cId="4030087766" sldId="266"/>
            <ac:cxnSpMk id="24" creationId="{1503BFE4-729B-D9D0-C17B-501E6AF1127A}"/>
          </ac:cxnSpMkLst>
        </pc:cxnChg>
      </pc:sldChg>
      <pc:sldChg chg="addSp delSp modSp new mod setBg">
        <pc:chgData name="arpan adhikari" userId="58918500703fee3b" providerId="LiveId" clId="{7FA9F001-7D61-43F7-BC7A-A88E4F1979CC}" dt="2026-04-20T16:14:56.875" v="2696" actId="26606"/>
        <pc:sldMkLst>
          <pc:docMk/>
          <pc:sldMk cId="3712466946" sldId="267"/>
        </pc:sldMkLst>
        <pc:spChg chg="mod">
          <ac:chgData name="arpan adhikari" userId="58918500703fee3b" providerId="LiveId" clId="{7FA9F001-7D61-43F7-BC7A-A88E4F1979CC}" dt="2026-04-20T16:14:56.875" v="2696" actId="26606"/>
          <ac:spMkLst>
            <pc:docMk/>
            <pc:sldMk cId="3712466946" sldId="267"/>
            <ac:spMk id="2" creationId="{A89FFB23-E89C-14A3-2385-9A41B9CE9A67}"/>
          </ac:spMkLst>
        </pc:spChg>
        <pc:spChg chg="del">
          <ac:chgData name="arpan adhikari" userId="58918500703fee3b" providerId="LiveId" clId="{7FA9F001-7D61-43F7-BC7A-A88E4F1979CC}" dt="2026-04-20T16:14:39.338" v="2675" actId="931"/>
          <ac:spMkLst>
            <pc:docMk/>
            <pc:sldMk cId="3712466946" sldId="267"/>
            <ac:spMk id="3" creationId="{327EA73C-3963-AF8F-8D7E-334348E347D3}"/>
          </ac:spMkLst>
        </pc:spChg>
        <pc:spChg chg="add del">
          <ac:chgData name="arpan adhikari" userId="58918500703fee3b" providerId="LiveId" clId="{7FA9F001-7D61-43F7-BC7A-A88E4F1979CC}" dt="2026-04-20T16:14:50.272" v="2685" actId="26606"/>
          <ac:spMkLst>
            <pc:docMk/>
            <pc:sldMk cId="3712466946" sldId="267"/>
            <ac:spMk id="9" creationId="{301E0C33-B8A2-DB04-E047-E298DCBF9BA7}"/>
          </ac:spMkLst>
        </pc:spChg>
        <pc:spChg chg="add del">
          <ac:chgData name="arpan adhikari" userId="58918500703fee3b" providerId="LiveId" clId="{7FA9F001-7D61-43F7-BC7A-A88E4F1979CC}" dt="2026-04-20T16:14:43.177" v="2677" actId="26606"/>
          <ac:spMkLst>
            <pc:docMk/>
            <pc:sldMk cId="3712466946" sldId="267"/>
            <ac:spMk id="10" creationId="{D4771268-CB57-404A-9271-370EB28F6090}"/>
          </ac:spMkLst>
        </pc:spChg>
        <pc:spChg chg="add del">
          <ac:chgData name="arpan adhikari" userId="58918500703fee3b" providerId="LiveId" clId="{7FA9F001-7D61-43F7-BC7A-A88E4F1979CC}" dt="2026-04-20T16:14:44.129" v="2679" actId="26606"/>
          <ac:spMkLst>
            <pc:docMk/>
            <pc:sldMk cId="3712466946" sldId="267"/>
            <ac:spMk id="12" creationId="{A4AC5506-6312-4701-8D3C-40187889A947}"/>
          </ac:spMkLst>
        </pc:spChg>
        <pc:spChg chg="add del">
          <ac:chgData name="arpan adhikari" userId="58918500703fee3b" providerId="LiveId" clId="{7FA9F001-7D61-43F7-BC7A-A88E4F1979CC}" dt="2026-04-20T16:14:47.584" v="2681" actId="26606"/>
          <ac:spMkLst>
            <pc:docMk/>
            <pc:sldMk cId="3712466946" sldId="267"/>
            <ac:spMk id="14" creationId="{D4771268-CB57-404A-9271-370EB28F6090}"/>
          </ac:spMkLst>
        </pc:spChg>
        <pc:spChg chg="add del">
          <ac:chgData name="arpan adhikari" userId="58918500703fee3b" providerId="LiveId" clId="{7FA9F001-7D61-43F7-BC7A-A88E4F1979CC}" dt="2026-04-20T16:14:48.756" v="2683" actId="26606"/>
          <ac:spMkLst>
            <pc:docMk/>
            <pc:sldMk cId="3712466946" sldId="267"/>
            <ac:spMk id="16" creationId="{A4AC5506-6312-4701-8D3C-40187889A947}"/>
          </ac:spMkLst>
        </pc:spChg>
        <pc:spChg chg="add del">
          <ac:chgData name="arpan adhikari" userId="58918500703fee3b" providerId="LiveId" clId="{7FA9F001-7D61-43F7-BC7A-A88E4F1979CC}" dt="2026-04-20T16:14:50.272" v="2685" actId="26606"/>
          <ac:spMkLst>
            <pc:docMk/>
            <pc:sldMk cId="3712466946" sldId="267"/>
            <ac:spMk id="18" creationId="{7FF47CB7-972F-479F-A36D-9E72D26EC8DA}"/>
          </ac:spMkLst>
        </pc:spChg>
        <pc:spChg chg="add del">
          <ac:chgData name="arpan adhikari" userId="58918500703fee3b" providerId="LiveId" clId="{7FA9F001-7D61-43F7-BC7A-A88E4F1979CC}" dt="2026-04-20T16:14:50.272" v="2685" actId="26606"/>
          <ac:spMkLst>
            <pc:docMk/>
            <pc:sldMk cId="3712466946" sldId="267"/>
            <ac:spMk id="19" creationId="{0D153B68-5844-490D-8E67-F616D6D721CA}"/>
          </ac:spMkLst>
        </pc:spChg>
        <pc:spChg chg="add del">
          <ac:chgData name="arpan adhikari" userId="58918500703fee3b" providerId="LiveId" clId="{7FA9F001-7D61-43F7-BC7A-A88E4F1979CC}" dt="2026-04-20T16:14:50.272" v="2685" actId="26606"/>
          <ac:spMkLst>
            <pc:docMk/>
            <pc:sldMk cId="3712466946" sldId="267"/>
            <ac:spMk id="20" creationId="{9A0D773F-7A7D-4DBB-9DEA-86BB8B8F4BC8}"/>
          </ac:spMkLst>
        </pc:spChg>
        <pc:spChg chg="add del">
          <ac:chgData name="arpan adhikari" userId="58918500703fee3b" providerId="LiveId" clId="{7FA9F001-7D61-43F7-BC7A-A88E4F1979CC}" dt="2026-04-20T16:14:51.688" v="2687" actId="26606"/>
          <ac:spMkLst>
            <pc:docMk/>
            <pc:sldMk cId="3712466946" sldId="267"/>
            <ac:spMk id="22" creationId="{058A14AF-9FB5-4CC7-BA35-E8E85D3EDF0E}"/>
          </ac:spMkLst>
        </pc:spChg>
        <pc:spChg chg="add del">
          <ac:chgData name="arpan adhikari" userId="58918500703fee3b" providerId="LiveId" clId="{7FA9F001-7D61-43F7-BC7A-A88E4F1979CC}" dt="2026-04-20T16:14:51.688" v="2687" actId="26606"/>
          <ac:spMkLst>
            <pc:docMk/>
            <pc:sldMk cId="3712466946" sldId="267"/>
            <ac:spMk id="23" creationId="{3A9A4357-BD1D-4622-A4FE-766E6AB8DE84}"/>
          </ac:spMkLst>
        </pc:spChg>
        <pc:spChg chg="add del">
          <ac:chgData name="arpan adhikari" userId="58918500703fee3b" providerId="LiveId" clId="{7FA9F001-7D61-43F7-BC7A-A88E4F1979CC}" dt="2026-04-20T16:14:51.688" v="2687" actId="26606"/>
          <ac:spMkLst>
            <pc:docMk/>
            <pc:sldMk cId="3712466946" sldId="267"/>
            <ac:spMk id="24" creationId="{E659831F-0D9A-4C63-9EBB-8435B85A440F}"/>
          </ac:spMkLst>
        </pc:spChg>
        <pc:spChg chg="add del">
          <ac:chgData name="arpan adhikari" userId="58918500703fee3b" providerId="LiveId" clId="{7FA9F001-7D61-43F7-BC7A-A88E4F1979CC}" dt="2026-04-20T16:14:51.688" v="2687" actId="26606"/>
          <ac:spMkLst>
            <pc:docMk/>
            <pc:sldMk cId="3712466946" sldId="267"/>
            <ac:spMk id="25" creationId="{6A9A6A96-D1AF-E6EB-30AD-8ADBFA219CEF}"/>
          </ac:spMkLst>
        </pc:spChg>
        <pc:spChg chg="add del">
          <ac:chgData name="arpan adhikari" userId="58918500703fee3b" providerId="LiveId" clId="{7FA9F001-7D61-43F7-BC7A-A88E4F1979CC}" dt="2026-04-20T16:14:51.688" v="2687" actId="26606"/>
          <ac:spMkLst>
            <pc:docMk/>
            <pc:sldMk cId="3712466946" sldId="267"/>
            <ac:spMk id="26" creationId="{E6995CE5-F890-4ABA-82A2-26507CE8D2A3}"/>
          </ac:spMkLst>
        </pc:spChg>
        <pc:spChg chg="add del">
          <ac:chgData name="arpan adhikari" userId="58918500703fee3b" providerId="LiveId" clId="{7FA9F001-7D61-43F7-BC7A-A88E4F1979CC}" dt="2026-04-20T16:14:52.811" v="2689" actId="26606"/>
          <ac:spMkLst>
            <pc:docMk/>
            <pc:sldMk cId="3712466946" sldId="267"/>
            <ac:spMk id="28" creationId="{A8908DB7-C3A6-4FCB-9820-CEE02B398C4A}"/>
          </ac:spMkLst>
        </pc:spChg>
        <pc:spChg chg="add del">
          <ac:chgData name="arpan adhikari" userId="58918500703fee3b" providerId="LiveId" clId="{7FA9F001-7D61-43F7-BC7A-A88E4F1979CC}" dt="2026-04-20T16:14:52.811" v="2689" actId="26606"/>
          <ac:spMkLst>
            <pc:docMk/>
            <pc:sldMk cId="3712466946" sldId="267"/>
            <ac:spMk id="29" creationId="{535742DD-1B16-4E9D-B715-0D74B4574A68}"/>
          </ac:spMkLst>
        </pc:spChg>
        <pc:spChg chg="add del">
          <ac:chgData name="arpan adhikari" userId="58918500703fee3b" providerId="LiveId" clId="{7FA9F001-7D61-43F7-BC7A-A88E4F1979CC}" dt="2026-04-20T16:14:52.811" v="2689" actId="26606"/>
          <ac:spMkLst>
            <pc:docMk/>
            <pc:sldMk cId="3712466946" sldId="267"/>
            <ac:spMk id="30" creationId="{A8593024-3979-756E-3358-856B671E5F83}"/>
          </ac:spMkLst>
        </pc:spChg>
        <pc:spChg chg="add del">
          <ac:chgData name="arpan adhikari" userId="58918500703fee3b" providerId="LiveId" clId="{7FA9F001-7D61-43F7-BC7A-A88E4F1979CC}" dt="2026-04-20T16:14:54.002" v="2691" actId="26606"/>
          <ac:spMkLst>
            <pc:docMk/>
            <pc:sldMk cId="3712466946" sldId="267"/>
            <ac:spMk id="32" creationId="{84ECDE7A-6944-466D-8FFE-149A29BA6BAE}"/>
          </ac:spMkLst>
        </pc:spChg>
        <pc:spChg chg="add del">
          <ac:chgData name="arpan adhikari" userId="58918500703fee3b" providerId="LiveId" clId="{7FA9F001-7D61-43F7-BC7A-A88E4F1979CC}" dt="2026-04-20T16:14:54.002" v="2691" actId="26606"/>
          <ac:spMkLst>
            <pc:docMk/>
            <pc:sldMk cId="3712466946" sldId="267"/>
            <ac:spMk id="33" creationId="{B3420082-9415-44EC-802E-C77D71D59C57}"/>
          </ac:spMkLst>
        </pc:spChg>
        <pc:spChg chg="add del">
          <ac:chgData name="arpan adhikari" userId="58918500703fee3b" providerId="LiveId" clId="{7FA9F001-7D61-43F7-BC7A-A88E4F1979CC}" dt="2026-04-20T16:14:54.002" v="2691" actId="26606"/>
          <ac:spMkLst>
            <pc:docMk/>
            <pc:sldMk cId="3712466946" sldId="267"/>
            <ac:spMk id="34" creationId="{55A52C45-1FCB-4636-A80F-2849B8226C01}"/>
          </ac:spMkLst>
        </pc:spChg>
        <pc:spChg chg="add del">
          <ac:chgData name="arpan adhikari" userId="58918500703fee3b" providerId="LiveId" clId="{7FA9F001-7D61-43F7-BC7A-A88E4F1979CC}" dt="2026-04-20T16:14:54.002" v="2691" actId="26606"/>
          <ac:spMkLst>
            <pc:docMk/>
            <pc:sldMk cId="3712466946" sldId="267"/>
            <ac:spMk id="35" creationId="{768EB4DD-3704-43AD-92B3-C4E0C6EA92CB}"/>
          </ac:spMkLst>
        </pc:spChg>
        <pc:spChg chg="add del">
          <ac:chgData name="arpan adhikari" userId="58918500703fee3b" providerId="LiveId" clId="{7FA9F001-7D61-43F7-BC7A-A88E4F1979CC}" dt="2026-04-20T16:14:54.002" v="2691" actId="26606"/>
          <ac:spMkLst>
            <pc:docMk/>
            <pc:sldMk cId="3712466946" sldId="267"/>
            <ac:spMk id="36" creationId="{8D547C9C-7D8A-5BDB-60C6-198AB7740DFB}"/>
          </ac:spMkLst>
        </pc:spChg>
        <pc:spChg chg="add del">
          <ac:chgData name="arpan adhikari" userId="58918500703fee3b" providerId="LiveId" clId="{7FA9F001-7D61-43F7-BC7A-A88E4F1979CC}" dt="2026-04-20T16:14:56.337" v="2693" actId="26606"/>
          <ac:spMkLst>
            <pc:docMk/>
            <pc:sldMk cId="3712466946" sldId="267"/>
            <ac:spMk id="38" creationId="{B59AD937-617B-F974-0A5A-80F482DBA6A2}"/>
          </ac:spMkLst>
        </pc:spChg>
        <pc:spChg chg="add del">
          <ac:chgData name="arpan adhikari" userId="58918500703fee3b" providerId="LiveId" clId="{7FA9F001-7D61-43F7-BC7A-A88E4F1979CC}" dt="2026-04-20T16:14:56.871" v="2695" actId="26606"/>
          <ac:spMkLst>
            <pc:docMk/>
            <pc:sldMk cId="3712466946" sldId="267"/>
            <ac:spMk id="42" creationId="{A4AC5506-6312-4701-8D3C-40187889A947}"/>
          </ac:spMkLst>
        </pc:spChg>
        <pc:spChg chg="add">
          <ac:chgData name="arpan adhikari" userId="58918500703fee3b" providerId="LiveId" clId="{7FA9F001-7D61-43F7-BC7A-A88E4F1979CC}" dt="2026-04-20T16:14:56.875" v="2696" actId="26606"/>
          <ac:spMkLst>
            <pc:docMk/>
            <pc:sldMk cId="3712466946" sldId="267"/>
            <ac:spMk id="44" creationId="{D4771268-CB57-404A-9271-370EB28F6090}"/>
          </ac:spMkLst>
        </pc:spChg>
        <pc:grpChg chg="add del">
          <ac:chgData name="arpan adhikari" userId="58918500703fee3b" providerId="LiveId" clId="{7FA9F001-7D61-43F7-BC7A-A88E4F1979CC}" dt="2026-04-20T16:14:56.337" v="2693" actId="26606"/>
          <ac:grpSpMkLst>
            <pc:docMk/>
            <pc:sldMk cId="3712466946" sldId="267"/>
            <ac:grpSpMk id="39" creationId="{6258F736-B256-8039-9DC6-F4E49A5C5AD5}"/>
          </ac:grpSpMkLst>
        </pc:grpChg>
        <pc:picChg chg="add mod ord">
          <ac:chgData name="arpan adhikari" userId="58918500703fee3b" providerId="LiveId" clId="{7FA9F001-7D61-43F7-BC7A-A88E4F1979CC}" dt="2026-04-20T16:14:56.875" v="2696" actId="26606"/>
          <ac:picMkLst>
            <pc:docMk/>
            <pc:sldMk cId="3712466946" sldId="267"/>
            <ac:picMk id="5" creationId="{361ADDC0-FF92-D776-2D7C-FC27800A092F}"/>
          </ac:picMkLst>
        </pc:picChg>
      </pc:sldChg>
      <pc:sldChg chg="addSp delSp modSp new mod setBg">
        <pc:chgData name="arpan adhikari" userId="58918500703fee3b" providerId="LiveId" clId="{7FA9F001-7D61-43F7-BC7A-A88E4F1979CC}" dt="2026-04-20T16:38:58.455" v="2931" actId="26606"/>
        <pc:sldMkLst>
          <pc:docMk/>
          <pc:sldMk cId="1282240611" sldId="268"/>
        </pc:sldMkLst>
        <pc:spChg chg="mod">
          <ac:chgData name="arpan adhikari" userId="58918500703fee3b" providerId="LiveId" clId="{7FA9F001-7D61-43F7-BC7A-A88E4F1979CC}" dt="2026-04-20T16:38:58.455" v="2931" actId="26606"/>
          <ac:spMkLst>
            <pc:docMk/>
            <pc:sldMk cId="1282240611" sldId="268"/>
            <ac:spMk id="2" creationId="{5B454D61-6F14-862F-FAD0-63E44FC19825}"/>
          </ac:spMkLst>
        </pc:spChg>
        <pc:spChg chg="mod">
          <ac:chgData name="arpan adhikari" userId="58918500703fee3b" providerId="LiveId" clId="{7FA9F001-7D61-43F7-BC7A-A88E4F1979CC}" dt="2026-04-20T16:38:58.455" v="2931" actId="26606"/>
          <ac:spMkLst>
            <pc:docMk/>
            <pc:sldMk cId="1282240611" sldId="268"/>
            <ac:spMk id="3" creationId="{71467221-A12B-1FC5-B631-31AAE712F929}"/>
          </ac:spMkLst>
        </pc:spChg>
        <pc:spChg chg="add del">
          <ac:chgData name="arpan adhikari" userId="58918500703fee3b" providerId="LiveId" clId="{7FA9F001-7D61-43F7-BC7A-A88E4F1979CC}" dt="2026-04-20T16:38:49.331" v="2916" actId="26606"/>
          <ac:spMkLst>
            <pc:docMk/>
            <pc:sldMk cId="1282240611" sldId="268"/>
            <ac:spMk id="8" creationId="{1709F1D5-B0F1-4714-A239-E5B61C161915}"/>
          </ac:spMkLst>
        </pc:spChg>
        <pc:spChg chg="add del">
          <ac:chgData name="arpan adhikari" userId="58918500703fee3b" providerId="LiveId" clId="{7FA9F001-7D61-43F7-BC7A-A88E4F1979CC}" dt="2026-04-20T16:38:53.563" v="2924" actId="26606"/>
          <ac:spMkLst>
            <pc:docMk/>
            <pc:sldMk cId="1282240611" sldId="268"/>
            <ac:spMk id="9" creationId="{3ECBE1F1-D69B-4AFA-ABD5-8E41720EF6DE}"/>
          </ac:spMkLst>
        </pc:spChg>
        <pc:spChg chg="add del">
          <ac:chgData name="arpan adhikari" userId="58918500703fee3b" providerId="LiveId" clId="{7FA9F001-7D61-43F7-BC7A-A88E4F1979CC}" dt="2026-04-20T16:38:49.331" v="2916" actId="26606"/>
          <ac:spMkLst>
            <pc:docMk/>
            <pc:sldMk cId="1282240611" sldId="268"/>
            <ac:spMk id="10" creationId="{228FB460-D3FF-4440-A020-05982A09E517}"/>
          </ac:spMkLst>
        </pc:spChg>
        <pc:spChg chg="add del">
          <ac:chgData name="arpan adhikari" userId="58918500703fee3b" providerId="LiveId" clId="{7FA9F001-7D61-43F7-BC7A-A88E4F1979CC}" dt="2026-04-20T16:38:49.331" v="2916" actId="26606"/>
          <ac:spMkLst>
            <pc:docMk/>
            <pc:sldMk cId="1282240611" sldId="268"/>
            <ac:spMk id="12" creationId="{14847E93-7DC1-4D4B-8829-B19AA7137C50}"/>
          </ac:spMkLst>
        </pc:spChg>
        <pc:spChg chg="add del">
          <ac:chgData name="arpan adhikari" userId="58918500703fee3b" providerId="LiveId" clId="{7FA9F001-7D61-43F7-BC7A-A88E4F1979CC}" dt="2026-04-20T16:38:49.331" v="2916" actId="26606"/>
          <ac:spMkLst>
            <pc:docMk/>
            <pc:sldMk cId="1282240611" sldId="268"/>
            <ac:spMk id="14" creationId="{5566D6E1-03A1-4D73-A4E0-35D74D568A04}"/>
          </ac:spMkLst>
        </pc:spChg>
        <pc:spChg chg="add del">
          <ac:chgData name="arpan adhikari" userId="58918500703fee3b" providerId="LiveId" clId="{7FA9F001-7D61-43F7-BC7A-A88E4F1979CC}" dt="2026-04-20T16:38:54.820" v="2926" actId="26606"/>
          <ac:spMkLst>
            <pc:docMk/>
            <pc:sldMk cId="1282240611" sldId="268"/>
            <ac:spMk id="15" creationId="{3873B707-463F-40B0-8227-E8CC6C67EB25}"/>
          </ac:spMkLst>
        </pc:spChg>
        <pc:spChg chg="add del">
          <ac:chgData name="arpan adhikari" userId="58918500703fee3b" providerId="LiveId" clId="{7FA9F001-7D61-43F7-BC7A-A88E4F1979CC}" dt="2026-04-20T16:38:49.331" v="2916" actId="26606"/>
          <ac:spMkLst>
            <pc:docMk/>
            <pc:sldMk cId="1282240611" sldId="268"/>
            <ac:spMk id="16" creationId="{9F835A99-04AC-494A-A572-AFE8413CC938}"/>
          </ac:spMkLst>
        </pc:spChg>
        <pc:spChg chg="add del">
          <ac:chgData name="arpan adhikari" userId="58918500703fee3b" providerId="LiveId" clId="{7FA9F001-7D61-43F7-BC7A-A88E4F1979CC}" dt="2026-04-20T16:38:52.466" v="2922" actId="26606"/>
          <ac:spMkLst>
            <pc:docMk/>
            <pc:sldMk cId="1282240611" sldId="268"/>
            <ac:spMk id="17" creationId="{19C9EAEA-39D0-4B0E-A0EB-51E7B26740B1}"/>
          </ac:spMkLst>
        </pc:spChg>
        <pc:spChg chg="add del">
          <ac:chgData name="arpan adhikari" userId="58918500703fee3b" providerId="LiveId" clId="{7FA9F001-7D61-43F7-BC7A-A88E4F1979CC}" dt="2026-04-20T16:38:49.331" v="2916" actId="26606"/>
          <ac:spMkLst>
            <pc:docMk/>
            <pc:sldMk cId="1282240611" sldId="268"/>
            <ac:spMk id="18" creationId="{7B786209-1B0B-4CA9-9BDD-F7327066A84D}"/>
          </ac:spMkLst>
        </pc:spChg>
        <pc:spChg chg="add del">
          <ac:chgData name="arpan adhikari" userId="58918500703fee3b" providerId="LiveId" clId="{7FA9F001-7D61-43F7-BC7A-A88E4F1979CC}" dt="2026-04-20T16:38:49.331" v="2916" actId="26606"/>
          <ac:spMkLst>
            <pc:docMk/>
            <pc:sldMk cId="1282240611" sldId="268"/>
            <ac:spMk id="20" creationId="{2D2964BB-484D-45AE-AD66-D407D0629652}"/>
          </ac:spMkLst>
        </pc:spChg>
        <pc:spChg chg="add del">
          <ac:chgData name="arpan adhikari" userId="58918500703fee3b" providerId="LiveId" clId="{7FA9F001-7D61-43F7-BC7A-A88E4F1979CC}" dt="2026-04-20T16:38:49.331" v="2916" actId="26606"/>
          <ac:spMkLst>
            <pc:docMk/>
            <pc:sldMk cId="1282240611" sldId="268"/>
            <ac:spMk id="22" creationId="{6691AC69-A76E-4DAB-B565-468B6B87ACF3}"/>
          </ac:spMkLst>
        </pc:spChg>
        <pc:spChg chg="add del">
          <ac:chgData name="arpan adhikari" userId="58918500703fee3b" providerId="LiveId" clId="{7FA9F001-7D61-43F7-BC7A-A88E4F1979CC}" dt="2026-04-20T16:38:50.787" v="2918" actId="26606"/>
          <ac:spMkLst>
            <pc:docMk/>
            <pc:sldMk cId="1282240611" sldId="268"/>
            <ac:spMk id="24" creationId="{8B9AA7C6-5E5A-498E-A6DF-A943376E09BC}"/>
          </ac:spMkLst>
        </pc:spChg>
        <pc:spChg chg="add del">
          <ac:chgData name="arpan adhikari" userId="58918500703fee3b" providerId="LiveId" clId="{7FA9F001-7D61-43F7-BC7A-A88E4F1979CC}" dt="2026-04-20T16:38:50.787" v="2918" actId="26606"/>
          <ac:spMkLst>
            <pc:docMk/>
            <pc:sldMk cId="1282240611" sldId="268"/>
            <ac:spMk id="27" creationId="{81E140AE-0ABF-47C8-BF32-7D2F0CF2BA44}"/>
          </ac:spMkLst>
        </pc:spChg>
        <pc:spChg chg="add del">
          <ac:chgData name="arpan adhikari" userId="58918500703fee3b" providerId="LiveId" clId="{7FA9F001-7D61-43F7-BC7A-A88E4F1979CC}" dt="2026-04-20T16:38:50.787" v="2918" actId="26606"/>
          <ac:spMkLst>
            <pc:docMk/>
            <pc:sldMk cId="1282240611" sldId="268"/>
            <ac:spMk id="28" creationId="{CBC4F608-B4B8-48C3-9572-C0F061B1CD99}"/>
          </ac:spMkLst>
        </pc:spChg>
        <pc:spChg chg="add del">
          <ac:chgData name="arpan adhikari" userId="58918500703fee3b" providerId="LiveId" clId="{7FA9F001-7D61-43F7-BC7A-A88E4F1979CC}" dt="2026-04-20T16:38:51.523" v="2920" actId="26606"/>
          <ac:spMkLst>
            <pc:docMk/>
            <pc:sldMk cId="1282240611" sldId="268"/>
            <ac:spMk id="30" creationId="{CF75AD06-DFC4-4B3A-8490-330823D081CF}"/>
          </ac:spMkLst>
        </pc:spChg>
        <pc:spChg chg="add del">
          <ac:chgData name="arpan adhikari" userId="58918500703fee3b" providerId="LiveId" clId="{7FA9F001-7D61-43F7-BC7A-A88E4F1979CC}" dt="2026-04-20T16:38:51.523" v="2920" actId="26606"/>
          <ac:spMkLst>
            <pc:docMk/>
            <pc:sldMk cId="1282240611" sldId="268"/>
            <ac:spMk id="31" creationId="{FC587C93-0840-40DF-96D5-D1F2137E6449}"/>
          </ac:spMkLst>
        </pc:spChg>
        <pc:spChg chg="add del">
          <ac:chgData name="arpan adhikari" userId="58918500703fee3b" providerId="LiveId" clId="{7FA9F001-7D61-43F7-BC7A-A88E4F1979CC}" dt="2026-04-20T16:38:52.466" v="2922" actId="26606"/>
          <ac:spMkLst>
            <pc:docMk/>
            <pc:sldMk cId="1282240611" sldId="268"/>
            <ac:spMk id="39" creationId="{7515D20E-1AB7-4E74-9236-2B72B63D60B6}"/>
          </ac:spMkLst>
        </pc:spChg>
        <pc:spChg chg="add del">
          <ac:chgData name="arpan adhikari" userId="58918500703fee3b" providerId="LiveId" clId="{7FA9F001-7D61-43F7-BC7A-A88E4F1979CC}" dt="2026-04-20T16:38:52.466" v="2922" actId="26606"/>
          <ac:spMkLst>
            <pc:docMk/>
            <pc:sldMk cId="1282240611" sldId="268"/>
            <ac:spMk id="43" creationId="{3873B707-463F-40B0-8227-E8CC6C67EB25}"/>
          </ac:spMkLst>
        </pc:spChg>
        <pc:spChg chg="add del">
          <ac:chgData name="arpan adhikari" userId="58918500703fee3b" providerId="LiveId" clId="{7FA9F001-7D61-43F7-BC7A-A88E4F1979CC}" dt="2026-04-20T16:38:53.563" v="2924" actId="26606"/>
          <ac:spMkLst>
            <pc:docMk/>
            <pc:sldMk cId="1282240611" sldId="268"/>
            <ac:spMk id="45" creationId="{603A6265-E10C-4B85-9C20-E75FCAF9CC63}"/>
          </ac:spMkLst>
        </pc:spChg>
        <pc:spChg chg="add del">
          <ac:chgData name="arpan adhikari" userId="58918500703fee3b" providerId="LiveId" clId="{7FA9F001-7D61-43F7-BC7A-A88E4F1979CC}" dt="2026-04-20T16:38:54.820" v="2926" actId="26606"/>
          <ac:spMkLst>
            <pc:docMk/>
            <pc:sldMk cId="1282240611" sldId="268"/>
            <ac:spMk id="47" creationId="{7515D20E-1AB7-4E74-9236-2B72B63D60B6}"/>
          </ac:spMkLst>
        </pc:spChg>
        <pc:spChg chg="add del">
          <ac:chgData name="arpan adhikari" userId="58918500703fee3b" providerId="LiveId" clId="{7FA9F001-7D61-43F7-BC7A-A88E4F1979CC}" dt="2026-04-20T16:38:54.820" v="2926" actId="26606"/>
          <ac:spMkLst>
            <pc:docMk/>
            <pc:sldMk cId="1282240611" sldId="268"/>
            <ac:spMk id="50" creationId="{19C9EAEA-39D0-4B0E-A0EB-51E7B26740B1}"/>
          </ac:spMkLst>
        </pc:spChg>
        <pc:spChg chg="add del">
          <ac:chgData name="arpan adhikari" userId="58918500703fee3b" providerId="LiveId" clId="{7FA9F001-7D61-43F7-BC7A-A88E4F1979CC}" dt="2026-04-20T16:38:57.476" v="2928" actId="26606"/>
          <ac:spMkLst>
            <pc:docMk/>
            <pc:sldMk cId="1282240611" sldId="268"/>
            <ac:spMk id="52" creationId="{B210AC1D-4063-4C6E-9528-FA9C4C0C18E6}"/>
          </ac:spMkLst>
        </pc:spChg>
        <pc:spChg chg="add del">
          <ac:chgData name="arpan adhikari" userId="58918500703fee3b" providerId="LiveId" clId="{7FA9F001-7D61-43F7-BC7A-A88E4F1979CC}" dt="2026-04-20T16:38:57.476" v="2928" actId="26606"/>
          <ac:spMkLst>
            <pc:docMk/>
            <pc:sldMk cId="1282240611" sldId="268"/>
            <ac:spMk id="53" creationId="{02F8C595-E68C-4306-AED8-DC7826A0A506}"/>
          </ac:spMkLst>
        </pc:spChg>
        <pc:spChg chg="add del">
          <ac:chgData name="arpan adhikari" userId="58918500703fee3b" providerId="LiveId" clId="{7FA9F001-7D61-43F7-BC7A-A88E4F1979CC}" dt="2026-04-20T16:38:58.421" v="2930" actId="26606"/>
          <ac:spMkLst>
            <pc:docMk/>
            <pc:sldMk cId="1282240611" sldId="268"/>
            <ac:spMk id="56" creationId="{7515D20E-1AB7-4E74-9236-2B72B63D60B6}"/>
          </ac:spMkLst>
        </pc:spChg>
        <pc:spChg chg="add del">
          <ac:chgData name="arpan adhikari" userId="58918500703fee3b" providerId="LiveId" clId="{7FA9F001-7D61-43F7-BC7A-A88E4F1979CC}" dt="2026-04-20T16:38:58.421" v="2930" actId="26606"/>
          <ac:spMkLst>
            <pc:docMk/>
            <pc:sldMk cId="1282240611" sldId="268"/>
            <ac:spMk id="59" creationId="{3873B707-463F-40B0-8227-E8CC6C67EB25}"/>
          </ac:spMkLst>
        </pc:spChg>
        <pc:spChg chg="add del">
          <ac:chgData name="arpan adhikari" userId="58918500703fee3b" providerId="LiveId" clId="{7FA9F001-7D61-43F7-BC7A-A88E4F1979CC}" dt="2026-04-20T16:38:58.421" v="2930" actId="26606"/>
          <ac:spMkLst>
            <pc:docMk/>
            <pc:sldMk cId="1282240611" sldId="268"/>
            <ac:spMk id="60" creationId="{19C9EAEA-39D0-4B0E-A0EB-51E7B26740B1}"/>
          </ac:spMkLst>
        </pc:spChg>
        <pc:spChg chg="add">
          <ac:chgData name="arpan adhikari" userId="58918500703fee3b" providerId="LiveId" clId="{7FA9F001-7D61-43F7-BC7A-A88E4F1979CC}" dt="2026-04-20T16:38:58.455" v="2931" actId="26606"/>
          <ac:spMkLst>
            <pc:docMk/>
            <pc:sldMk cId="1282240611" sldId="268"/>
            <ac:spMk id="62" creationId="{B210AC1D-4063-4C6E-9528-FA9C4C0C18E6}"/>
          </ac:spMkLst>
        </pc:spChg>
        <pc:spChg chg="add">
          <ac:chgData name="arpan adhikari" userId="58918500703fee3b" providerId="LiveId" clId="{7FA9F001-7D61-43F7-BC7A-A88E4F1979CC}" dt="2026-04-20T16:38:58.455" v="2931" actId="26606"/>
          <ac:spMkLst>
            <pc:docMk/>
            <pc:sldMk cId="1282240611" sldId="268"/>
            <ac:spMk id="63" creationId="{02F8C595-E68C-4306-AED8-DC7826A0A506}"/>
          </ac:spMkLst>
        </pc:spChg>
        <pc:grpChg chg="add del">
          <ac:chgData name="arpan adhikari" userId="58918500703fee3b" providerId="LiveId" clId="{7FA9F001-7D61-43F7-BC7A-A88E4F1979CC}" dt="2026-04-20T16:38:50.787" v="2918" actId="26606"/>
          <ac:grpSpMkLst>
            <pc:docMk/>
            <pc:sldMk cId="1282240611" sldId="268"/>
            <ac:grpSpMk id="25" creationId="{83EAB11A-76F7-48F4-9B4F-5BFDF4BF9670}"/>
          </ac:grpSpMkLst>
        </pc:grpChg>
        <pc:grpChg chg="add del">
          <ac:chgData name="arpan adhikari" userId="58918500703fee3b" providerId="LiveId" clId="{7FA9F001-7D61-43F7-BC7A-A88E4F1979CC}" dt="2026-04-20T16:38:51.523" v="2920" actId="26606"/>
          <ac:grpSpMkLst>
            <pc:docMk/>
            <pc:sldMk cId="1282240611" sldId="268"/>
            <ac:grpSpMk id="32" creationId="{5E02D55A-F529-4B19-BAF9-F63240A7B490}"/>
          </ac:grpSpMkLst>
        </pc:grpChg>
        <pc:grpChg chg="add del">
          <ac:chgData name="arpan adhikari" userId="58918500703fee3b" providerId="LiveId" clId="{7FA9F001-7D61-43F7-BC7A-A88E4F1979CC}" dt="2026-04-20T16:38:51.523" v="2920" actId="26606"/>
          <ac:grpSpMkLst>
            <pc:docMk/>
            <pc:sldMk cId="1282240611" sldId="268"/>
            <ac:grpSpMk id="35" creationId="{47A3A52F-BCB3-444D-9372-EE018B135C49}"/>
          </ac:grpSpMkLst>
        </pc:grpChg>
        <pc:grpChg chg="add del">
          <ac:chgData name="arpan adhikari" userId="58918500703fee3b" providerId="LiveId" clId="{7FA9F001-7D61-43F7-BC7A-A88E4F1979CC}" dt="2026-04-20T16:38:52.466" v="2922" actId="26606"/>
          <ac:grpSpMkLst>
            <pc:docMk/>
            <pc:sldMk cId="1282240611" sldId="268"/>
            <ac:grpSpMk id="40" creationId="{032D8612-31EB-44CF-A1D0-14FD4C705424}"/>
          </ac:grpSpMkLst>
        </pc:grpChg>
        <pc:grpChg chg="add del">
          <ac:chgData name="arpan adhikari" userId="58918500703fee3b" providerId="LiveId" clId="{7FA9F001-7D61-43F7-BC7A-A88E4F1979CC}" dt="2026-04-20T16:38:54.820" v="2926" actId="26606"/>
          <ac:grpSpMkLst>
            <pc:docMk/>
            <pc:sldMk cId="1282240611" sldId="268"/>
            <ac:grpSpMk id="48" creationId="{032D8612-31EB-44CF-A1D0-14FD4C705424}"/>
          </ac:grpSpMkLst>
        </pc:grpChg>
        <pc:grpChg chg="add del">
          <ac:chgData name="arpan adhikari" userId="58918500703fee3b" providerId="LiveId" clId="{7FA9F001-7D61-43F7-BC7A-A88E4F1979CC}" dt="2026-04-20T16:38:58.421" v="2930" actId="26606"/>
          <ac:grpSpMkLst>
            <pc:docMk/>
            <pc:sldMk cId="1282240611" sldId="268"/>
            <ac:grpSpMk id="57" creationId="{032D8612-31EB-44CF-A1D0-14FD4C705424}"/>
          </ac:grpSpMkLst>
        </pc:grpChg>
        <pc:picChg chg="add del">
          <ac:chgData name="arpan adhikari" userId="58918500703fee3b" providerId="LiveId" clId="{7FA9F001-7D61-43F7-BC7A-A88E4F1979CC}" dt="2026-04-20T16:38:53.563" v="2924" actId="26606"/>
          <ac:picMkLst>
            <pc:docMk/>
            <pc:sldMk cId="1282240611" sldId="268"/>
            <ac:picMk id="5" creationId="{C44882A0-50A2-D381-6D30-2D2B654049C0}"/>
          </ac:picMkLst>
        </pc:picChg>
        <pc:picChg chg="add del">
          <ac:chgData name="arpan adhikari" userId="58918500703fee3b" providerId="LiveId" clId="{7FA9F001-7D61-43F7-BC7A-A88E4F1979CC}" dt="2026-04-20T16:38:57.476" v="2928" actId="26606"/>
          <ac:picMkLst>
            <pc:docMk/>
            <pc:sldMk cId="1282240611" sldId="268"/>
            <ac:picMk id="54" creationId="{7EAE746B-F579-EC92-27D6-C135F588EFBB}"/>
          </ac:picMkLst>
        </pc:picChg>
        <pc:picChg chg="add">
          <ac:chgData name="arpan adhikari" userId="58918500703fee3b" providerId="LiveId" clId="{7FA9F001-7D61-43F7-BC7A-A88E4F1979CC}" dt="2026-04-20T16:38:58.455" v="2931" actId="26606"/>
          <ac:picMkLst>
            <pc:docMk/>
            <pc:sldMk cId="1282240611" sldId="268"/>
            <ac:picMk id="64" creationId="{7EAE746B-F579-EC92-27D6-C135F588EFBB}"/>
          </ac:picMkLst>
        </pc:picChg>
      </pc:sldChg>
      <pc:sldChg chg="addSp delSp modSp new mod setBg">
        <pc:chgData name="arpan adhikari" userId="58918500703fee3b" providerId="LiveId" clId="{7FA9F001-7D61-43F7-BC7A-A88E4F1979CC}" dt="2026-04-21T01:55:34.141" v="3224" actId="20577"/>
        <pc:sldMkLst>
          <pc:docMk/>
          <pc:sldMk cId="3727057090" sldId="269"/>
        </pc:sldMkLst>
        <pc:spChg chg="mod">
          <ac:chgData name="arpan adhikari" userId="58918500703fee3b" providerId="LiveId" clId="{7FA9F001-7D61-43F7-BC7A-A88E4F1979CC}" dt="2026-04-20T17:13:05.113" v="2975" actId="26606"/>
          <ac:spMkLst>
            <pc:docMk/>
            <pc:sldMk cId="3727057090" sldId="269"/>
            <ac:spMk id="2" creationId="{4D68A79A-9633-973E-22B1-0819C5900632}"/>
          </ac:spMkLst>
        </pc:spChg>
        <pc:spChg chg="mod">
          <ac:chgData name="arpan adhikari" userId="58918500703fee3b" providerId="LiveId" clId="{7FA9F001-7D61-43F7-BC7A-A88E4F1979CC}" dt="2026-04-21T01:55:34.141" v="3224" actId="20577"/>
          <ac:spMkLst>
            <pc:docMk/>
            <pc:sldMk cId="3727057090" sldId="269"/>
            <ac:spMk id="3" creationId="{CBB742EA-6E49-F25B-2771-D07A4DB58DF8}"/>
          </ac:spMkLst>
        </pc:spChg>
        <pc:spChg chg="add del">
          <ac:chgData name="arpan adhikari" userId="58918500703fee3b" providerId="LiveId" clId="{7FA9F001-7D61-43F7-BC7A-A88E4F1979CC}" dt="2026-04-20T17:13:05.098" v="2974" actId="26606"/>
          <ac:spMkLst>
            <pc:docMk/>
            <pc:sldMk cId="3727057090" sldId="269"/>
            <ac:spMk id="8" creationId="{907EF6B7-1338-4443-8C46-6A318D952DFD}"/>
          </ac:spMkLst>
        </pc:spChg>
        <pc:spChg chg="add del">
          <ac:chgData name="arpan adhikari" userId="58918500703fee3b" providerId="LiveId" clId="{7FA9F001-7D61-43F7-BC7A-A88E4F1979CC}" dt="2026-04-20T17:13:03.661" v="2970" actId="26606"/>
          <ac:spMkLst>
            <pc:docMk/>
            <pc:sldMk cId="3727057090" sldId="269"/>
            <ac:spMk id="9" creationId="{3ECBE1F1-D69B-4AFA-ABD5-8E41720EF6DE}"/>
          </ac:spMkLst>
        </pc:spChg>
        <pc:spChg chg="add del">
          <ac:chgData name="arpan adhikari" userId="58918500703fee3b" providerId="LiveId" clId="{7FA9F001-7D61-43F7-BC7A-A88E4F1979CC}" dt="2026-04-20T17:13:05.098" v="2974" actId="26606"/>
          <ac:spMkLst>
            <pc:docMk/>
            <pc:sldMk cId="3727057090" sldId="269"/>
            <ac:spMk id="10" creationId="{DAAE4CDD-124C-4DCF-9584-B6033B545DD5}"/>
          </ac:spMkLst>
        </pc:spChg>
        <pc:spChg chg="add del">
          <ac:chgData name="arpan adhikari" userId="58918500703fee3b" providerId="LiveId" clId="{7FA9F001-7D61-43F7-BC7A-A88E4F1979CC}" dt="2026-04-20T17:13:03.661" v="2970" actId="26606"/>
          <ac:spMkLst>
            <pc:docMk/>
            <pc:sldMk cId="3727057090" sldId="269"/>
            <ac:spMk id="11" creationId="{603A6265-E10C-4B85-9C20-E75FCAF9CC63}"/>
          </ac:spMkLst>
        </pc:spChg>
        <pc:spChg chg="add del">
          <ac:chgData name="arpan adhikari" userId="58918500703fee3b" providerId="LiveId" clId="{7FA9F001-7D61-43F7-BC7A-A88E4F1979CC}" dt="2026-04-20T17:13:05.098" v="2974" actId="26606"/>
          <ac:spMkLst>
            <pc:docMk/>
            <pc:sldMk cId="3727057090" sldId="269"/>
            <ac:spMk id="12" creationId="{081E4A58-353D-44AE-B2FC-2A74E2E400F7}"/>
          </ac:spMkLst>
        </pc:spChg>
        <pc:spChg chg="add">
          <ac:chgData name="arpan adhikari" userId="58918500703fee3b" providerId="LiveId" clId="{7FA9F001-7D61-43F7-BC7A-A88E4F1979CC}" dt="2026-04-20T17:13:05.113" v="2975" actId="26606"/>
          <ac:spMkLst>
            <pc:docMk/>
            <pc:sldMk cId="3727057090" sldId="269"/>
            <ac:spMk id="15" creationId="{1BB867FF-FC45-48F7-8104-F89BE54909F1}"/>
          </ac:spMkLst>
        </pc:spChg>
        <pc:spChg chg="add">
          <ac:chgData name="arpan adhikari" userId="58918500703fee3b" providerId="LiveId" clId="{7FA9F001-7D61-43F7-BC7A-A88E4F1979CC}" dt="2026-04-20T17:13:05.113" v="2975" actId="26606"/>
          <ac:spMkLst>
            <pc:docMk/>
            <pc:sldMk cId="3727057090" sldId="269"/>
            <ac:spMk id="16" creationId="{8BB56887-D0D5-4F0C-9E19-7247EB83C8B7}"/>
          </ac:spMkLst>
        </pc:spChg>
        <pc:spChg chg="add">
          <ac:chgData name="arpan adhikari" userId="58918500703fee3b" providerId="LiveId" clId="{7FA9F001-7D61-43F7-BC7A-A88E4F1979CC}" dt="2026-04-20T17:13:05.113" v="2975" actId="26606"/>
          <ac:spMkLst>
            <pc:docMk/>
            <pc:sldMk cId="3727057090" sldId="269"/>
            <ac:spMk id="17" creationId="{081E4A58-353D-44AE-B2FC-2A74E2E400F7}"/>
          </ac:spMkLst>
        </pc:spChg>
        <pc:picChg chg="add del">
          <ac:chgData name="arpan adhikari" userId="58918500703fee3b" providerId="LiveId" clId="{7FA9F001-7D61-43F7-BC7A-A88E4F1979CC}" dt="2026-04-20T17:13:03.661" v="2970" actId="26606"/>
          <ac:picMkLst>
            <pc:docMk/>
            <pc:sldMk cId="3727057090" sldId="269"/>
            <ac:picMk id="5" creationId="{B98E7B0F-BAC6-EF2C-3F65-33E4649C271F}"/>
          </ac:picMkLst>
        </pc:picChg>
        <pc:picChg chg="add del">
          <ac:chgData name="arpan adhikari" userId="58918500703fee3b" providerId="LiveId" clId="{7FA9F001-7D61-43F7-BC7A-A88E4F1979CC}" dt="2026-04-20T17:13:04.116" v="2972" actId="26606"/>
          <ac:picMkLst>
            <pc:docMk/>
            <pc:sldMk cId="3727057090" sldId="269"/>
            <ac:picMk id="13" creationId="{409939C8-8AD0-BEE8-58F4-D5FC70C0B093}"/>
          </ac:picMkLst>
        </pc:picChg>
        <pc:cxnChg chg="add del">
          <ac:chgData name="arpan adhikari" userId="58918500703fee3b" providerId="LiveId" clId="{7FA9F001-7D61-43F7-BC7A-A88E4F1979CC}" dt="2026-04-20T17:13:04.116" v="2972" actId="26606"/>
          <ac:cxnSpMkLst>
            <pc:docMk/>
            <pc:sldMk cId="3727057090" sldId="269"/>
            <ac:cxnSpMk id="14" creationId="{1503BFE4-729B-D9D0-C17B-501E6AF1127A}"/>
          </ac:cxnSpMkLst>
        </pc:cxnChg>
      </pc:sldChg>
      <pc:sldChg chg="addSp delSp modSp new mod setBg">
        <pc:chgData name="arpan adhikari" userId="58918500703fee3b" providerId="LiveId" clId="{7FA9F001-7D61-43F7-BC7A-A88E4F1979CC}" dt="2026-04-21T01:56:25.669" v="3256" actId="20577"/>
        <pc:sldMkLst>
          <pc:docMk/>
          <pc:sldMk cId="356850996" sldId="270"/>
        </pc:sldMkLst>
        <pc:spChg chg="mod">
          <ac:chgData name="arpan adhikari" userId="58918500703fee3b" providerId="LiveId" clId="{7FA9F001-7D61-43F7-BC7A-A88E4F1979CC}" dt="2026-04-20T17:29:26.648" v="3004" actId="26606"/>
          <ac:spMkLst>
            <pc:docMk/>
            <pc:sldMk cId="356850996" sldId="270"/>
            <ac:spMk id="2" creationId="{49402131-7A63-F220-180E-A81ACBC8DFC5}"/>
          </ac:spMkLst>
        </pc:spChg>
        <pc:spChg chg="mod">
          <ac:chgData name="arpan adhikari" userId="58918500703fee3b" providerId="LiveId" clId="{7FA9F001-7D61-43F7-BC7A-A88E4F1979CC}" dt="2026-04-21T01:56:25.669" v="3256" actId="20577"/>
          <ac:spMkLst>
            <pc:docMk/>
            <pc:sldMk cId="356850996" sldId="270"/>
            <ac:spMk id="3" creationId="{FA64CA6E-74F4-2D02-2033-8A1029BB466E}"/>
          </ac:spMkLst>
        </pc:spChg>
        <pc:spChg chg="add">
          <ac:chgData name="arpan adhikari" userId="58918500703fee3b" providerId="LiveId" clId="{7FA9F001-7D61-43F7-BC7A-A88E4F1979CC}" dt="2026-04-20T17:29:26.648" v="3004" actId="26606"/>
          <ac:spMkLst>
            <pc:docMk/>
            <pc:sldMk cId="356850996" sldId="270"/>
            <ac:spMk id="8" creationId="{A2679492-7988-4050-9056-542444452411}"/>
          </ac:spMkLst>
        </pc:spChg>
        <pc:spChg chg="add del">
          <ac:chgData name="arpan adhikari" userId="58918500703fee3b" providerId="LiveId" clId="{7FA9F001-7D61-43F7-BC7A-A88E4F1979CC}" dt="2026-04-20T17:29:26.630" v="3003" actId="26606"/>
          <ac:spMkLst>
            <pc:docMk/>
            <pc:sldMk cId="356850996" sldId="270"/>
            <ac:spMk id="9" creationId="{362810D9-2C5A-477D-949C-C191895477F3}"/>
          </ac:spMkLst>
        </pc:spChg>
        <pc:spChg chg="add">
          <ac:chgData name="arpan adhikari" userId="58918500703fee3b" providerId="LiveId" clId="{7FA9F001-7D61-43F7-BC7A-A88E4F1979CC}" dt="2026-04-20T17:29:26.648" v="3004" actId="26606"/>
          <ac:spMkLst>
            <pc:docMk/>
            <pc:sldMk cId="356850996" sldId="270"/>
            <ac:spMk id="10" creationId="{B091B163-7D61-4891-ABCF-5C13D9C418D0}"/>
          </ac:spMkLst>
        </pc:spChg>
        <pc:spChg chg="add del">
          <ac:chgData name="arpan adhikari" userId="58918500703fee3b" providerId="LiveId" clId="{7FA9F001-7D61-43F7-BC7A-A88E4F1979CC}" dt="2026-04-20T17:29:26.630" v="3003" actId="26606"/>
          <ac:spMkLst>
            <pc:docMk/>
            <pc:sldMk cId="356850996" sldId="270"/>
            <ac:spMk id="11" creationId="{081E4A58-353D-44AE-B2FC-2A74E2E400F7}"/>
          </ac:spMkLst>
        </pc:spChg>
        <pc:grpChg chg="add">
          <ac:chgData name="arpan adhikari" userId="58918500703fee3b" providerId="LiveId" clId="{7FA9F001-7D61-43F7-BC7A-A88E4F1979CC}" dt="2026-04-20T17:29:26.648" v="3004" actId="26606"/>
          <ac:grpSpMkLst>
            <pc:docMk/>
            <pc:sldMk cId="356850996" sldId="270"/>
            <ac:grpSpMk id="12" creationId="{0474DF76-993E-44DE-AFB0-C416182ACECF}"/>
          </ac:grpSpMkLst>
        </pc:grpChg>
        <pc:picChg chg="add del">
          <ac:chgData name="arpan adhikari" userId="58918500703fee3b" providerId="LiveId" clId="{7FA9F001-7D61-43F7-BC7A-A88E4F1979CC}" dt="2026-04-20T17:29:26.630" v="3003" actId="26606"/>
          <ac:picMkLst>
            <pc:docMk/>
            <pc:sldMk cId="356850996" sldId="270"/>
            <ac:picMk id="5" creationId="{A3FB627A-2A1B-4E68-A43D-BA32E947456B}"/>
          </ac:picMkLst>
        </pc:picChg>
        <pc:cxnChg chg="add">
          <ac:chgData name="arpan adhikari" userId="58918500703fee3b" providerId="LiveId" clId="{7FA9F001-7D61-43F7-BC7A-A88E4F1979CC}" dt="2026-04-20T17:29:26.648" v="3004" actId="26606"/>
          <ac:cxnSpMkLst>
            <pc:docMk/>
            <pc:sldMk cId="356850996" sldId="270"/>
            <ac:cxnSpMk id="17" creationId="{C49DA8F6-BCC1-4447-B54C-57856834B94B}"/>
          </ac:cxnSpMkLst>
        </pc:cxnChg>
      </pc:sldChg>
      <pc:sldChg chg="modSp new mod">
        <pc:chgData name="arpan adhikari" userId="58918500703fee3b" providerId="LiveId" clId="{7FA9F001-7D61-43F7-BC7A-A88E4F1979CC}" dt="2026-04-21T02:05:24.674" v="3453" actId="20577"/>
        <pc:sldMkLst>
          <pc:docMk/>
          <pc:sldMk cId="1623465829" sldId="271"/>
        </pc:sldMkLst>
        <pc:spChg chg="mod">
          <ac:chgData name="arpan adhikari" userId="58918500703fee3b" providerId="LiveId" clId="{7FA9F001-7D61-43F7-BC7A-A88E4F1979CC}" dt="2026-04-20T17:30:12.084" v="3020" actId="20577"/>
          <ac:spMkLst>
            <pc:docMk/>
            <pc:sldMk cId="1623465829" sldId="271"/>
            <ac:spMk id="2" creationId="{3A53FE18-9CB4-AC92-9AE2-5CA8F1B7A5E1}"/>
          </ac:spMkLst>
        </pc:spChg>
        <pc:spChg chg="mod">
          <ac:chgData name="arpan adhikari" userId="58918500703fee3b" providerId="LiveId" clId="{7FA9F001-7D61-43F7-BC7A-A88E4F1979CC}" dt="2026-04-21T02:05:24.674" v="3453" actId="20577"/>
          <ac:spMkLst>
            <pc:docMk/>
            <pc:sldMk cId="1623465829" sldId="271"/>
            <ac:spMk id="3" creationId="{7DA31EDE-8266-58CD-68C2-8DBE10106CDD}"/>
          </ac:spMkLst>
        </pc:spChg>
      </pc:sldChg>
      <pc:sldChg chg="addSp delSp modSp new mod setBg">
        <pc:chgData name="arpan adhikari" userId="58918500703fee3b" providerId="LiveId" clId="{7FA9F001-7D61-43F7-BC7A-A88E4F1979CC}" dt="2026-04-20T17:31:40.609" v="3066" actId="26606"/>
        <pc:sldMkLst>
          <pc:docMk/>
          <pc:sldMk cId="763374590" sldId="272"/>
        </pc:sldMkLst>
        <pc:spChg chg="mod">
          <ac:chgData name="arpan adhikari" userId="58918500703fee3b" providerId="LiveId" clId="{7FA9F001-7D61-43F7-BC7A-A88E4F1979CC}" dt="2026-04-20T17:31:40.609" v="3066" actId="26606"/>
          <ac:spMkLst>
            <pc:docMk/>
            <pc:sldMk cId="763374590" sldId="272"/>
            <ac:spMk id="2" creationId="{4366DB8B-6A67-4533-BF43-DFD4BDBC2327}"/>
          </ac:spMkLst>
        </pc:spChg>
        <pc:spChg chg="mod">
          <ac:chgData name="arpan adhikari" userId="58918500703fee3b" providerId="LiveId" clId="{7FA9F001-7D61-43F7-BC7A-A88E4F1979CC}" dt="2026-04-20T17:31:40.609" v="3066" actId="26606"/>
          <ac:spMkLst>
            <pc:docMk/>
            <pc:sldMk cId="763374590" sldId="272"/>
            <ac:spMk id="3" creationId="{BF8239BE-1743-B977-DFE5-B67CBB6C06C5}"/>
          </ac:spMkLst>
        </pc:spChg>
        <pc:spChg chg="add del">
          <ac:chgData name="arpan adhikari" userId="58918500703fee3b" providerId="LiveId" clId="{7FA9F001-7D61-43F7-BC7A-A88E4F1979CC}" dt="2026-04-20T17:31:38.689" v="3063" actId="26606"/>
          <ac:spMkLst>
            <pc:docMk/>
            <pc:sldMk cId="763374590" sldId="272"/>
            <ac:spMk id="8" creationId="{A2679492-7988-4050-9056-542444452411}"/>
          </ac:spMkLst>
        </pc:spChg>
        <pc:spChg chg="add del">
          <ac:chgData name="arpan adhikari" userId="58918500703fee3b" providerId="LiveId" clId="{7FA9F001-7D61-43F7-BC7A-A88E4F1979CC}" dt="2026-04-20T17:31:38.689" v="3063" actId="26606"/>
          <ac:spMkLst>
            <pc:docMk/>
            <pc:sldMk cId="763374590" sldId="272"/>
            <ac:spMk id="10" creationId="{B091B163-7D61-4891-ABCF-5C13D9C418D0}"/>
          </ac:spMkLst>
        </pc:spChg>
        <pc:spChg chg="add">
          <ac:chgData name="arpan adhikari" userId="58918500703fee3b" providerId="LiveId" clId="{7FA9F001-7D61-43F7-BC7A-A88E4F1979CC}" dt="2026-04-20T17:31:40.609" v="3066" actId="26606"/>
          <ac:spMkLst>
            <pc:docMk/>
            <pc:sldMk cId="763374590" sldId="272"/>
            <ac:spMk id="14" creationId="{1453BF6C-B012-48B7-B4E8-6D7AC7C27D02}"/>
          </ac:spMkLst>
        </pc:spChg>
        <pc:spChg chg="add del">
          <ac:chgData name="arpan adhikari" userId="58918500703fee3b" providerId="LiveId" clId="{7FA9F001-7D61-43F7-BC7A-A88E4F1979CC}" dt="2026-04-20T17:31:40.592" v="3065" actId="26606"/>
          <ac:spMkLst>
            <pc:docMk/>
            <pc:sldMk cId="763374590" sldId="272"/>
            <ac:spMk id="16" creationId="{9F835A99-04AC-494A-A572-AFE8413CC938}"/>
          </ac:spMkLst>
        </pc:spChg>
        <pc:spChg chg="add del">
          <ac:chgData name="arpan adhikari" userId="58918500703fee3b" providerId="LiveId" clId="{7FA9F001-7D61-43F7-BC7A-A88E4F1979CC}" dt="2026-04-20T17:31:40.592" v="3065" actId="26606"/>
          <ac:spMkLst>
            <pc:docMk/>
            <pc:sldMk cId="763374590" sldId="272"/>
            <ac:spMk id="18" creationId="{7B786209-1B0B-4CA9-9BDD-F7327066A84D}"/>
          </ac:spMkLst>
        </pc:spChg>
        <pc:spChg chg="add del">
          <ac:chgData name="arpan adhikari" userId="58918500703fee3b" providerId="LiveId" clId="{7FA9F001-7D61-43F7-BC7A-A88E4F1979CC}" dt="2026-04-20T17:31:40.592" v="3065" actId="26606"/>
          <ac:spMkLst>
            <pc:docMk/>
            <pc:sldMk cId="763374590" sldId="272"/>
            <ac:spMk id="19" creationId="{1709F1D5-B0F1-4714-A239-E5B61C161915}"/>
          </ac:spMkLst>
        </pc:spChg>
        <pc:spChg chg="add del">
          <ac:chgData name="arpan adhikari" userId="58918500703fee3b" providerId="LiveId" clId="{7FA9F001-7D61-43F7-BC7A-A88E4F1979CC}" dt="2026-04-20T17:31:40.592" v="3065" actId="26606"/>
          <ac:spMkLst>
            <pc:docMk/>
            <pc:sldMk cId="763374590" sldId="272"/>
            <ac:spMk id="20" creationId="{2D2964BB-484D-45AE-AD66-D407D0629652}"/>
          </ac:spMkLst>
        </pc:spChg>
        <pc:spChg chg="add del">
          <ac:chgData name="arpan adhikari" userId="58918500703fee3b" providerId="LiveId" clId="{7FA9F001-7D61-43F7-BC7A-A88E4F1979CC}" dt="2026-04-20T17:31:40.592" v="3065" actId="26606"/>
          <ac:spMkLst>
            <pc:docMk/>
            <pc:sldMk cId="763374590" sldId="272"/>
            <ac:spMk id="21" creationId="{228FB460-D3FF-4440-A020-05982A09E517}"/>
          </ac:spMkLst>
        </pc:spChg>
        <pc:spChg chg="add del">
          <ac:chgData name="arpan adhikari" userId="58918500703fee3b" providerId="LiveId" clId="{7FA9F001-7D61-43F7-BC7A-A88E4F1979CC}" dt="2026-04-20T17:31:40.592" v="3065" actId="26606"/>
          <ac:spMkLst>
            <pc:docMk/>
            <pc:sldMk cId="763374590" sldId="272"/>
            <ac:spMk id="22" creationId="{6691AC69-A76E-4DAB-B565-468B6B87ACF3}"/>
          </ac:spMkLst>
        </pc:spChg>
        <pc:spChg chg="add del">
          <ac:chgData name="arpan adhikari" userId="58918500703fee3b" providerId="LiveId" clId="{7FA9F001-7D61-43F7-BC7A-A88E4F1979CC}" dt="2026-04-20T17:31:40.592" v="3065" actId="26606"/>
          <ac:spMkLst>
            <pc:docMk/>
            <pc:sldMk cId="763374590" sldId="272"/>
            <ac:spMk id="23" creationId="{14847E93-7DC1-4D4B-8829-B19AA7137C50}"/>
          </ac:spMkLst>
        </pc:spChg>
        <pc:spChg chg="add del">
          <ac:chgData name="arpan adhikari" userId="58918500703fee3b" providerId="LiveId" clId="{7FA9F001-7D61-43F7-BC7A-A88E4F1979CC}" dt="2026-04-20T17:31:40.592" v="3065" actId="26606"/>
          <ac:spMkLst>
            <pc:docMk/>
            <pc:sldMk cId="763374590" sldId="272"/>
            <ac:spMk id="24" creationId="{5566D6E1-03A1-4D73-A4E0-35D74D568A04}"/>
          </ac:spMkLst>
        </pc:spChg>
        <pc:spChg chg="add">
          <ac:chgData name="arpan adhikari" userId="58918500703fee3b" providerId="LiveId" clId="{7FA9F001-7D61-43F7-BC7A-A88E4F1979CC}" dt="2026-04-20T17:31:40.609" v="3066" actId="26606"/>
          <ac:spMkLst>
            <pc:docMk/>
            <pc:sldMk cId="763374590" sldId="272"/>
            <ac:spMk id="26" creationId="{327D73B4-9F5C-4A64-A179-51B9500CB8B5}"/>
          </ac:spMkLst>
        </pc:spChg>
        <pc:spChg chg="add">
          <ac:chgData name="arpan adhikari" userId="58918500703fee3b" providerId="LiveId" clId="{7FA9F001-7D61-43F7-BC7A-A88E4F1979CC}" dt="2026-04-20T17:31:40.609" v="3066" actId="26606"/>
          <ac:spMkLst>
            <pc:docMk/>
            <pc:sldMk cId="763374590" sldId="272"/>
            <ac:spMk id="27" creationId="{C1F06963-6374-4B48-844F-071A9BAAAE02}"/>
          </ac:spMkLst>
        </pc:spChg>
        <pc:spChg chg="add">
          <ac:chgData name="arpan adhikari" userId="58918500703fee3b" providerId="LiveId" clId="{7FA9F001-7D61-43F7-BC7A-A88E4F1979CC}" dt="2026-04-20T17:31:40.609" v="3066" actId="26606"/>
          <ac:spMkLst>
            <pc:docMk/>
            <pc:sldMk cId="763374590" sldId="272"/>
            <ac:spMk id="28" creationId="{6CB927A4-E432-4310-9CD5-E89FF5063179}"/>
          </ac:spMkLst>
        </pc:spChg>
        <pc:spChg chg="add">
          <ac:chgData name="arpan adhikari" userId="58918500703fee3b" providerId="LiveId" clId="{7FA9F001-7D61-43F7-BC7A-A88E4F1979CC}" dt="2026-04-20T17:31:40.609" v="3066" actId="26606"/>
          <ac:spMkLst>
            <pc:docMk/>
            <pc:sldMk cId="763374590" sldId="272"/>
            <ac:spMk id="29" creationId="{E3020543-B24B-4EC4-8FFC-8DD88EEA91A8}"/>
          </ac:spMkLst>
        </pc:spChg>
        <pc:grpChg chg="add del">
          <ac:chgData name="arpan adhikari" userId="58918500703fee3b" providerId="LiveId" clId="{7FA9F001-7D61-43F7-BC7A-A88E4F1979CC}" dt="2026-04-20T17:31:38.689" v="3063" actId="26606"/>
          <ac:grpSpMkLst>
            <pc:docMk/>
            <pc:sldMk cId="763374590" sldId="272"/>
            <ac:grpSpMk id="12" creationId="{0474DF76-993E-44DE-AFB0-C416182ACECF}"/>
          </ac:grpSpMkLst>
        </pc:grpChg>
        <pc:cxnChg chg="add del">
          <ac:chgData name="arpan adhikari" userId="58918500703fee3b" providerId="LiveId" clId="{7FA9F001-7D61-43F7-BC7A-A88E4F1979CC}" dt="2026-04-20T17:31:38.689" v="3063" actId="26606"/>
          <ac:cxnSpMkLst>
            <pc:docMk/>
            <pc:sldMk cId="763374590" sldId="272"/>
            <ac:cxnSpMk id="17" creationId="{C49DA8F6-BCC1-4447-B54C-57856834B94B}"/>
          </ac:cxnSpMkLst>
        </pc:cxnChg>
        <pc:cxnChg chg="add">
          <ac:chgData name="arpan adhikari" userId="58918500703fee3b" providerId="LiveId" clId="{7FA9F001-7D61-43F7-BC7A-A88E4F1979CC}" dt="2026-04-20T17:31:40.609" v="3066" actId="26606"/>
          <ac:cxnSpMkLst>
            <pc:docMk/>
            <pc:sldMk cId="763374590" sldId="272"/>
            <ac:cxnSpMk id="30" creationId="{C49DA8F6-BCC1-4447-B54C-57856834B94B}"/>
          </ac:cxnSpMkLst>
        </pc:cxnChg>
      </pc:sldChg>
      <pc:sldChg chg="addSp delSp modSp new mod">
        <pc:chgData name="arpan adhikari" userId="58918500703fee3b" providerId="LiveId" clId="{7FA9F001-7D61-43F7-BC7A-A88E4F1979CC}" dt="2026-04-20T17:43:01.476" v="3111"/>
        <pc:sldMkLst>
          <pc:docMk/>
          <pc:sldMk cId="1753587393" sldId="273"/>
        </pc:sldMkLst>
        <pc:spChg chg="mod">
          <ac:chgData name="arpan adhikari" userId="58918500703fee3b" providerId="LiveId" clId="{7FA9F001-7D61-43F7-BC7A-A88E4F1979CC}" dt="2026-04-20T17:41:07.509" v="3091" actId="20577"/>
          <ac:spMkLst>
            <pc:docMk/>
            <pc:sldMk cId="1753587393" sldId="273"/>
            <ac:spMk id="2" creationId="{1A23E015-3524-DCA4-4E14-822A3BA3DA1B}"/>
          </ac:spMkLst>
        </pc:spChg>
        <pc:spChg chg="del">
          <ac:chgData name="arpan adhikari" userId="58918500703fee3b" providerId="LiveId" clId="{7FA9F001-7D61-43F7-BC7A-A88E4F1979CC}" dt="2026-04-20T17:41:38.409" v="3092" actId="931"/>
          <ac:spMkLst>
            <pc:docMk/>
            <pc:sldMk cId="1753587393" sldId="273"/>
            <ac:spMk id="3" creationId="{3E85D7E0-2184-9F6E-AB50-69E167FC0DF8}"/>
          </ac:spMkLst>
        </pc:spChg>
        <pc:spChg chg="add del mod">
          <ac:chgData name="arpan adhikari" userId="58918500703fee3b" providerId="LiveId" clId="{7FA9F001-7D61-43F7-BC7A-A88E4F1979CC}" dt="2026-04-20T17:43:01.476" v="3111"/>
          <ac:spMkLst>
            <pc:docMk/>
            <pc:sldMk cId="1753587393" sldId="273"/>
            <ac:spMk id="6" creationId="{F77DDF63-7AFC-6A21-05C6-9C6D3DCCBE5D}"/>
          </ac:spMkLst>
        </pc:spChg>
        <pc:picChg chg="add mod ord">
          <ac:chgData name="arpan adhikari" userId="58918500703fee3b" providerId="LiveId" clId="{7FA9F001-7D61-43F7-BC7A-A88E4F1979CC}" dt="2026-04-20T17:41:41.670" v="3093" actId="1076"/>
          <ac:picMkLst>
            <pc:docMk/>
            <pc:sldMk cId="1753587393" sldId="273"/>
            <ac:picMk id="5" creationId="{4250604B-2322-2FBF-9C45-6D4B670A0DC6}"/>
          </ac:picMkLst>
        </pc:picChg>
      </pc:sldChg>
      <pc:sldChg chg="addSp delSp modSp new mod setBg">
        <pc:chgData name="arpan adhikari" userId="58918500703fee3b" providerId="LiveId" clId="{7FA9F001-7D61-43F7-BC7A-A88E4F1979CC}" dt="2026-04-20T17:44:31.446" v="3178" actId="26606"/>
        <pc:sldMkLst>
          <pc:docMk/>
          <pc:sldMk cId="2635527881" sldId="274"/>
        </pc:sldMkLst>
        <pc:spChg chg="mod">
          <ac:chgData name="arpan adhikari" userId="58918500703fee3b" providerId="LiveId" clId="{7FA9F001-7D61-43F7-BC7A-A88E4F1979CC}" dt="2026-04-20T17:44:31.446" v="3178" actId="26606"/>
          <ac:spMkLst>
            <pc:docMk/>
            <pc:sldMk cId="2635527881" sldId="274"/>
            <ac:spMk id="2" creationId="{56B81BC8-1624-91F5-531E-EB73835CCB57}"/>
          </ac:spMkLst>
        </pc:spChg>
        <pc:spChg chg="mod">
          <ac:chgData name="arpan adhikari" userId="58918500703fee3b" providerId="LiveId" clId="{7FA9F001-7D61-43F7-BC7A-A88E4F1979CC}" dt="2026-04-20T17:44:31.446" v="3178" actId="26606"/>
          <ac:spMkLst>
            <pc:docMk/>
            <pc:sldMk cId="2635527881" sldId="274"/>
            <ac:spMk id="3" creationId="{EFE6AA08-1323-9B2E-5196-187FE63395BE}"/>
          </ac:spMkLst>
        </pc:spChg>
        <pc:spChg chg="add del">
          <ac:chgData name="arpan adhikari" userId="58918500703fee3b" providerId="LiveId" clId="{7FA9F001-7D61-43F7-BC7A-A88E4F1979CC}" dt="2026-04-20T17:44:31.439" v="3177" actId="26606"/>
          <ac:spMkLst>
            <pc:docMk/>
            <pc:sldMk cId="2635527881" sldId="274"/>
            <ac:spMk id="8" creationId="{1709F1D5-B0F1-4714-A239-E5B61C161915}"/>
          </ac:spMkLst>
        </pc:spChg>
        <pc:spChg chg="add del">
          <ac:chgData name="arpan adhikari" userId="58918500703fee3b" providerId="LiveId" clId="{7FA9F001-7D61-43F7-BC7A-A88E4F1979CC}" dt="2026-04-20T17:44:31.439" v="3177" actId="26606"/>
          <ac:spMkLst>
            <pc:docMk/>
            <pc:sldMk cId="2635527881" sldId="274"/>
            <ac:spMk id="10" creationId="{228FB460-D3FF-4440-A020-05982A09E517}"/>
          </ac:spMkLst>
        </pc:spChg>
        <pc:spChg chg="add del">
          <ac:chgData name="arpan adhikari" userId="58918500703fee3b" providerId="LiveId" clId="{7FA9F001-7D61-43F7-BC7A-A88E4F1979CC}" dt="2026-04-20T17:44:31.439" v="3177" actId="26606"/>
          <ac:spMkLst>
            <pc:docMk/>
            <pc:sldMk cId="2635527881" sldId="274"/>
            <ac:spMk id="12" creationId="{14847E93-7DC1-4D4B-8829-B19AA7137C50}"/>
          </ac:spMkLst>
        </pc:spChg>
        <pc:spChg chg="add del">
          <ac:chgData name="arpan adhikari" userId="58918500703fee3b" providerId="LiveId" clId="{7FA9F001-7D61-43F7-BC7A-A88E4F1979CC}" dt="2026-04-20T17:44:31.439" v="3177" actId="26606"/>
          <ac:spMkLst>
            <pc:docMk/>
            <pc:sldMk cId="2635527881" sldId="274"/>
            <ac:spMk id="14" creationId="{5566D6E1-03A1-4D73-A4E0-35D74D568A04}"/>
          </ac:spMkLst>
        </pc:spChg>
        <pc:spChg chg="add del">
          <ac:chgData name="arpan adhikari" userId="58918500703fee3b" providerId="LiveId" clId="{7FA9F001-7D61-43F7-BC7A-A88E4F1979CC}" dt="2026-04-20T17:44:31.439" v="3177" actId="26606"/>
          <ac:spMkLst>
            <pc:docMk/>
            <pc:sldMk cId="2635527881" sldId="274"/>
            <ac:spMk id="16" creationId="{9F835A99-04AC-494A-A572-AFE8413CC938}"/>
          </ac:spMkLst>
        </pc:spChg>
        <pc:spChg chg="add del">
          <ac:chgData name="arpan adhikari" userId="58918500703fee3b" providerId="LiveId" clId="{7FA9F001-7D61-43F7-BC7A-A88E4F1979CC}" dt="2026-04-20T17:44:31.439" v="3177" actId="26606"/>
          <ac:spMkLst>
            <pc:docMk/>
            <pc:sldMk cId="2635527881" sldId="274"/>
            <ac:spMk id="18" creationId="{7B786209-1B0B-4CA9-9BDD-F7327066A84D}"/>
          </ac:spMkLst>
        </pc:spChg>
        <pc:spChg chg="add del">
          <ac:chgData name="arpan adhikari" userId="58918500703fee3b" providerId="LiveId" clId="{7FA9F001-7D61-43F7-BC7A-A88E4F1979CC}" dt="2026-04-20T17:44:31.439" v="3177" actId="26606"/>
          <ac:spMkLst>
            <pc:docMk/>
            <pc:sldMk cId="2635527881" sldId="274"/>
            <ac:spMk id="20" creationId="{2D2964BB-484D-45AE-AD66-D407D0629652}"/>
          </ac:spMkLst>
        </pc:spChg>
        <pc:spChg chg="add del">
          <ac:chgData name="arpan adhikari" userId="58918500703fee3b" providerId="LiveId" clId="{7FA9F001-7D61-43F7-BC7A-A88E4F1979CC}" dt="2026-04-20T17:44:31.439" v="3177" actId="26606"/>
          <ac:spMkLst>
            <pc:docMk/>
            <pc:sldMk cId="2635527881" sldId="274"/>
            <ac:spMk id="22" creationId="{6691AC69-A76E-4DAB-B565-468B6B87ACF3}"/>
          </ac:spMkLst>
        </pc:spChg>
        <pc:spChg chg="add">
          <ac:chgData name="arpan adhikari" userId="58918500703fee3b" providerId="LiveId" clId="{7FA9F001-7D61-43F7-BC7A-A88E4F1979CC}" dt="2026-04-20T17:44:31.446" v="3178" actId="26606"/>
          <ac:spMkLst>
            <pc:docMk/>
            <pc:sldMk cId="2635527881" sldId="274"/>
            <ac:spMk id="24" creationId="{777A147A-9ED8-46B4-8660-1B3C2AA880B5}"/>
          </ac:spMkLst>
        </pc:spChg>
        <pc:spChg chg="add">
          <ac:chgData name="arpan adhikari" userId="58918500703fee3b" providerId="LiveId" clId="{7FA9F001-7D61-43F7-BC7A-A88E4F1979CC}" dt="2026-04-20T17:44:31.446" v="3178" actId="26606"/>
          <ac:spMkLst>
            <pc:docMk/>
            <pc:sldMk cId="2635527881" sldId="274"/>
            <ac:spMk id="25" creationId="{5D6C15A0-C087-4593-8414-2B4EC1CDC3DE}"/>
          </ac:spMkLst>
        </pc:spChg>
      </pc:sldChg>
      <pc:sldChg chg="addSp modSp new mod setBg">
        <pc:chgData name="arpan adhikari" userId="58918500703fee3b" providerId="LiveId" clId="{7FA9F001-7D61-43F7-BC7A-A88E4F1979CC}" dt="2026-04-20T17:44:58.345" v="3196" actId="26606"/>
        <pc:sldMkLst>
          <pc:docMk/>
          <pc:sldMk cId="765408125" sldId="275"/>
        </pc:sldMkLst>
        <pc:spChg chg="mod">
          <ac:chgData name="arpan adhikari" userId="58918500703fee3b" providerId="LiveId" clId="{7FA9F001-7D61-43F7-BC7A-A88E4F1979CC}" dt="2026-04-20T17:44:58.345" v="3196" actId="26606"/>
          <ac:spMkLst>
            <pc:docMk/>
            <pc:sldMk cId="765408125" sldId="275"/>
            <ac:spMk id="2" creationId="{1DFCFD85-85FD-F23A-EEAD-AEF575C15632}"/>
          </ac:spMkLst>
        </pc:spChg>
        <pc:spChg chg="mod">
          <ac:chgData name="arpan adhikari" userId="58918500703fee3b" providerId="LiveId" clId="{7FA9F001-7D61-43F7-BC7A-A88E4F1979CC}" dt="2026-04-20T17:44:58.345" v="3196" actId="26606"/>
          <ac:spMkLst>
            <pc:docMk/>
            <pc:sldMk cId="765408125" sldId="275"/>
            <ac:spMk id="3" creationId="{C0D122C0-E790-8948-126B-AEF09F6708EC}"/>
          </ac:spMkLst>
        </pc:spChg>
        <pc:spChg chg="add">
          <ac:chgData name="arpan adhikari" userId="58918500703fee3b" providerId="LiveId" clId="{7FA9F001-7D61-43F7-BC7A-A88E4F1979CC}" dt="2026-04-20T17:44:58.345" v="3196" actId="26606"/>
          <ac:spMkLst>
            <pc:docMk/>
            <pc:sldMk cId="765408125" sldId="275"/>
            <ac:spMk id="8" creationId="{777A147A-9ED8-46B4-8660-1B3C2AA880B5}"/>
          </ac:spMkLst>
        </pc:spChg>
        <pc:spChg chg="add">
          <ac:chgData name="arpan adhikari" userId="58918500703fee3b" providerId="LiveId" clId="{7FA9F001-7D61-43F7-BC7A-A88E4F1979CC}" dt="2026-04-20T17:44:58.345" v="3196" actId="26606"/>
          <ac:spMkLst>
            <pc:docMk/>
            <pc:sldMk cId="765408125" sldId="275"/>
            <ac:spMk id="10" creationId="{5D6C15A0-C087-4593-8414-2B4EC1CDC3D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351FF2-B74A-4E24-89C8-C0DAED6DD0E1}"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E4DFD535-F1BB-4E17-A295-15C759EF766F}">
      <dgm:prSet/>
      <dgm:spPr/>
      <dgm:t>
        <a:bodyPr/>
        <a:lstStyle/>
        <a:p>
          <a:r>
            <a:rPr lang="en-US"/>
            <a:t>The force of attraction between molecules of a substance is called </a:t>
          </a:r>
          <a:r>
            <a:rPr lang="en-US" b="1"/>
            <a:t>intermolecular force</a:t>
          </a:r>
          <a:r>
            <a:rPr lang="en-US"/>
            <a:t>.</a:t>
          </a:r>
        </a:p>
      </dgm:t>
    </dgm:pt>
    <dgm:pt modelId="{2273D613-080A-45FE-813F-1BD3FB94827F}" type="parTrans" cxnId="{686B8666-BECE-4F05-B485-ECAB42E383CD}">
      <dgm:prSet/>
      <dgm:spPr/>
      <dgm:t>
        <a:bodyPr/>
        <a:lstStyle/>
        <a:p>
          <a:endParaRPr lang="en-US"/>
        </a:p>
      </dgm:t>
    </dgm:pt>
    <dgm:pt modelId="{D786E2E0-8085-488B-AFC6-BE4BA3C068ED}" type="sibTrans" cxnId="{686B8666-BECE-4F05-B485-ECAB42E383CD}">
      <dgm:prSet/>
      <dgm:spPr/>
      <dgm:t>
        <a:bodyPr/>
        <a:lstStyle/>
        <a:p>
          <a:endParaRPr lang="en-US"/>
        </a:p>
      </dgm:t>
    </dgm:pt>
    <dgm:pt modelId="{CFBC58A6-6A97-4B0F-8899-29285FE28135}">
      <dgm:prSet/>
      <dgm:spPr/>
      <dgm:t>
        <a:bodyPr/>
        <a:lstStyle/>
        <a:p>
          <a:r>
            <a:rPr lang="en-US"/>
            <a:t>These forces are electrical in nature and act over very small distances (of the order of molecular separation).</a:t>
          </a:r>
        </a:p>
      </dgm:t>
    </dgm:pt>
    <dgm:pt modelId="{058DA14C-ABFC-4B2A-8333-F62DB95A8634}" type="parTrans" cxnId="{1D2FF85F-93E3-4022-946D-C60DBC4CBA27}">
      <dgm:prSet/>
      <dgm:spPr/>
      <dgm:t>
        <a:bodyPr/>
        <a:lstStyle/>
        <a:p>
          <a:endParaRPr lang="en-US"/>
        </a:p>
      </dgm:t>
    </dgm:pt>
    <dgm:pt modelId="{8100504B-5702-4462-94DB-CD4481F2198C}" type="sibTrans" cxnId="{1D2FF85F-93E3-4022-946D-C60DBC4CBA27}">
      <dgm:prSet/>
      <dgm:spPr/>
      <dgm:t>
        <a:bodyPr/>
        <a:lstStyle/>
        <a:p>
          <a:endParaRPr lang="en-US"/>
        </a:p>
      </dgm:t>
    </dgm:pt>
    <dgm:pt modelId="{28E20825-D1A4-478D-AF07-72F57E84E294}">
      <dgm:prSet/>
      <dgm:spPr/>
      <dgm:t>
        <a:bodyPr/>
        <a:lstStyle/>
        <a:p>
          <a:r>
            <a:rPr lang="en-US"/>
            <a:t>They are responsible for the physical properties of matter such as elasticity, rigidity, and strength.</a:t>
          </a:r>
        </a:p>
      </dgm:t>
    </dgm:pt>
    <dgm:pt modelId="{89C27730-31FB-4EDB-88A6-A481D82EBDD2}" type="parTrans" cxnId="{9B1EEC32-1245-4EA3-8974-E28F1D97A1F3}">
      <dgm:prSet/>
      <dgm:spPr/>
      <dgm:t>
        <a:bodyPr/>
        <a:lstStyle/>
        <a:p>
          <a:endParaRPr lang="en-US"/>
        </a:p>
      </dgm:t>
    </dgm:pt>
    <dgm:pt modelId="{DAEE0D47-F304-48BE-8F99-C1065E0E5084}" type="sibTrans" cxnId="{9B1EEC32-1245-4EA3-8974-E28F1D97A1F3}">
      <dgm:prSet/>
      <dgm:spPr/>
      <dgm:t>
        <a:bodyPr/>
        <a:lstStyle/>
        <a:p>
          <a:endParaRPr lang="en-US"/>
        </a:p>
      </dgm:t>
    </dgm:pt>
    <dgm:pt modelId="{640E2B7D-D1ED-4BB5-A729-DF28EC9A7D45}">
      <dgm:prSet/>
      <dgm:spPr/>
      <dgm:t>
        <a:bodyPr/>
        <a:lstStyle/>
        <a:p>
          <a:r>
            <a:rPr lang="en-US"/>
            <a:t>When a body is deformed, these intermolecular forces try to bring the molecules back to their original positions, which gives rise to elastic behavior.</a:t>
          </a:r>
        </a:p>
      </dgm:t>
    </dgm:pt>
    <dgm:pt modelId="{F7F301D1-ABC8-45F5-BCB6-533A262730F8}" type="parTrans" cxnId="{13757937-62F9-4961-84AC-700859411ABB}">
      <dgm:prSet/>
      <dgm:spPr/>
      <dgm:t>
        <a:bodyPr/>
        <a:lstStyle/>
        <a:p>
          <a:endParaRPr lang="en-US"/>
        </a:p>
      </dgm:t>
    </dgm:pt>
    <dgm:pt modelId="{56A8C491-90F5-4E56-A67C-3FABA29D158E}" type="sibTrans" cxnId="{13757937-62F9-4961-84AC-700859411ABB}">
      <dgm:prSet/>
      <dgm:spPr/>
      <dgm:t>
        <a:bodyPr/>
        <a:lstStyle/>
        <a:p>
          <a:endParaRPr lang="en-US"/>
        </a:p>
      </dgm:t>
    </dgm:pt>
    <dgm:pt modelId="{FAA65DE5-6CF0-4706-A9EC-6AD9027D1CF3}" type="pres">
      <dgm:prSet presAssocID="{5C351FF2-B74A-4E24-89C8-C0DAED6DD0E1}" presName="linear" presStyleCnt="0">
        <dgm:presLayoutVars>
          <dgm:animLvl val="lvl"/>
          <dgm:resizeHandles val="exact"/>
        </dgm:presLayoutVars>
      </dgm:prSet>
      <dgm:spPr/>
    </dgm:pt>
    <dgm:pt modelId="{6A145BC7-0D97-4FF1-8740-A82D446167D6}" type="pres">
      <dgm:prSet presAssocID="{E4DFD535-F1BB-4E17-A295-15C759EF766F}" presName="parentText" presStyleLbl="node1" presStyleIdx="0" presStyleCnt="4">
        <dgm:presLayoutVars>
          <dgm:chMax val="0"/>
          <dgm:bulletEnabled val="1"/>
        </dgm:presLayoutVars>
      </dgm:prSet>
      <dgm:spPr/>
    </dgm:pt>
    <dgm:pt modelId="{434A1B57-4806-4CCB-AF68-C6DC3F63E761}" type="pres">
      <dgm:prSet presAssocID="{D786E2E0-8085-488B-AFC6-BE4BA3C068ED}" presName="spacer" presStyleCnt="0"/>
      <dgm:spPr/>
    </dgm:pt>
    <dgm:pt modelId="{1BDDC7D4-D962-438A-8063-30C0EDCD8D6C}" type="pres">
      <dgm:prSet presAssocID="{CFBC58A6-6A97-4B0F-8899-29285FE28135}" presName="parentText" presStyleLbl="node1" presStyleIdx="1" presStyleCnt="4">
        <dgm:presLayoutVars>
          <dgm:chMax val="0"/>
          <dgm:bulletEnabled val="1"/>
        </dgm:presLayoutVars>
      </dgm:prSet>
      <dgm:spPr/>
    </dgm:pt>
    <dgm:pt modelId="{A48659F0-EDB2-433D-9216-E746BFFB63E0}" type="pres">
      <dgm:prSet presAssocID="{8100504B-5702-4462-94DB-CD4481F2198C}" presName="spacer" presStyleCnt="0"/>
      <dgm:spPr/>
    </dgm:pt>
    <dgm:pt modelId="{FF6C447D-8241-4A41-BC88-70935FA825A6}" type="pres">
      <dgm:prSet presAssocID="{28E20825-D1A4-478D-AF07-72F57E84E294}" presName="parentText" presStyleLbl="node1" presStyleIdx="2" presStyleCnt="4">
        <dgm:presLayoutVars>
          <dgm:chMax val="0"/>
          <dgm:bulletEnabled val="1"/>
        </dgm:presLayoutVars>
      </dgm:prSet>
      <dgm:spPr/>
    </dgm:pt>
    <dgm:pt modelId="{A10160E1-9D82-4777-99F0-482A94D7DEF1}" type="pres">
      <dgm:prSet presAssocID="{DAEE0D47-F304-48BE-8F99-C1065E0E5084}" presName="spacer" presStyleCnt="0"/>
      <dgm:spPr/>
    </dgm:pt>
    <dgm:pt modelId="{DF711FD5-3994-4E71-A8DA-86576E5B85C3}" type="pres">
      <dgm:prSet presAssocID="{640E2B7D-D1ED-4BB5-A729-DF28EC9A7D45}" presName="parentText" presStyleLbl="node1" presStyleIdx="3" presStyleCnt="4">
        <dgm:presLayoutVars>
          <dgm:chMax val="0"/>
          <dgm:bulletEnabled val="1"/>
        </dgm:presLayoutVars>
      </dgm:prSet>
      <dgm:spPr/>
    </dgm:pt>
  </dgm:ptLst>
  <dgm:cxnLst>
    <dgm:cxn modelId="{463BB51E-B1CA-4779-9403-4F74AA9D562A}" type="presOf" srcId="{E4DFD535-F1BB-4E17-A295-15C759EF766F}" destId="{6A145BC7-0D97-4FF1-8740-A82D446167D6}" srcOrd="0" destOrd="0" presId="urn:microsoft.com/office/officeart/2005/8/layout/vList2"/>
    <dgm:cxn modelId="{9B1EEC32-1245-4EA3-8974-E28F1D97A1F3}" srcId="{5C351FF2-B74A-4E24-89C8-C0DAED6DD0E1}" destId="{28E20825-D1A4-478D-AF07-72F57E84E294}" srcOrd="2" destOrd="0" parTransId="{89C27730-31FB-4EDB-88A6-A481D82EBDD2}" sibTransId="{DAEE0D47-F304-48BE-8F99-C1065E0E5084}"/>
    <dgm:cxn modelId="{13757937-62F9-4961-84AC-700859411ABB}" srcId="{5C351FF2-B74A-4E24-89C8-C0DAED6DD0E1}" destId="{640E2B7D-D1ED-4BB5-A729-DF28EC9A7D45}" srcOrd="3" destOrd="0" parTransId="{F7F301D1-ABC8-45F5-BCB6-533A262730F8}" sibTransId="{56A8C491-90F5-4E56-A67C-3FABA29D158E}"/>
    <dgm:cxn modelId="{1D2FF85F-93E3-4022-946D-C60DBC4CBA27}" srcId="{5C351FF2-B74A-4E24-89C8-C0DAED6DD0E1}" destId="{CFBC58A6-6A97-4B0F-8899-29285FE28135}" srcOrd="1" destOrd="0" parTransId="{058DA14C-ABFC-4B2A-8333-F62DB95A8634}" sibTransId="{8100504B-5702-4462-94DB-CD4481F2198C}"/>
    <dgm:cxn modelId="{686B8666-BECE-4F05-B485-ECAB42E383CD}" srcId="{5C351FF2-B74A-4E24-89C8-C0DAED6DD0E1}" destId="{E4DFD535-F1BB-4E17-A295-15C759EF766F}" srcOrd="0" destOrd="0" parTransId="{2273D613-080A-45FE-813F-1BD3FB94827F}" sibTransId="{D786E2E0-8085-488B-AFC6-BE4BA3C068ED}"/>
    <dgm:cxn modelId="{B9E06148-AAB2-446B-92F3-833089BA321C}" type="presOf" srcId="{28E20825-D1A4-478D-AF07-72F57E84E294}" destId="{FF6C447D-8241-4A41-BC88-70935FA825A6}" srcOrd="0" destOrd="0" presId="urn:microsoft.com/office/officeart/2005/8/layout/vList2"/>
    <dgm:cxn modelId="{FE90BC74-AF34-4413-AE11-A112587D9048}" type="presOf" srcId="{5C351FF2-B74A-4E24-89C8-C0DAED6DD0E1}" destId="{FAA65DE5-6CF0-4706-A9EC-6AD9027D1CF3}" srcOrd="0" destOrd="0" presId="urn:microsoft.com/office/officeart/2005/8/layout/vList2"/>
    <dgm:cxn modelId="{CEF5139C-BF8E-4427-A313-7FFBEDED86C3}" type="presOf" srcId="{640E2B7D-D1ED-4BB5-A729-DF28EC9A7D45}" destId="{DF711FD5-3994-4E71-A8DA-86576E5B85C3}" srcOrd="0" destOrd="0" presId="urn:microsoft.com/office/officeart/2005/8/layout/vList2"/>
    <dgm:cxn modelId="{BFBDD2C7-CE5D-4771-AC41-3EF2797D6875}" type="presOf" srcId="{CFBC58A6-6A97-4B0F-8899-29285FE28135}" destId="{1BDDC7D4-D962-438A-8063-30C0EDCD8D6C}" srcOrd="0" destOrd="0" presId="urn:microsoft.com/office/officeart/2005/8/layout/vList2"/>
    <dgm:cxn modelId="{AB19EE7B-BB15-4B21-B1C5-9BE87B1BA3B8}" type="presParOf" srcId="{FAA65DE5-6CF0-4706-A9EC-6AD9027D1CF3}" destId="{6A145BC7-0D97-4FF1-8740-A82D446167D6}" srcOrd="0" destOrd="0" presId="urn:microsoft.com/office/officeart/2005/8/layout/vList2"/>
    <dgm:cxn modelId="{82269CDE-EDB8-4F32-9EC7-9CCC7804D02B}" type="presParOf" srcId="{FAA65DE5-6CF0-4706-A9EC-6AD9027D1CF3}" destId="{434A1B57-4806-4CCB-AF68-C6DC3F63E761}" srcOrd="1" destOrd="0" presId="urn:microsoft.com/office/officeart/2005/8/layout/vList2"/>
    <dgm:cxn modelId="{D39A1AF7-06D3-4705-AEBC-B3568C184000}" type="presParOf" srcId="{FAA65DE5-6CF0-4706-A9EC-6AD9027D1CF3}" destId="{1BDDC7D4-D962-438A-8063-30C0EDCD8D6C}" srcOrd="2" destOrd="0" presId="urn:microsoft.com/office/officeart/2005/8/layout/vList2"/>
    <dgm:cxn modelId="{ABD95A2C-6C27-4E90-B34C-56FFE500CDB7}" type="presParOf" srcId="{FAA65DE5-6CF0-4706-A9EC-6AD9027D1CF3}" destId="{A48659F0-EDB2-433D-9216-E746BFFB63E0}" srcOrd="3" destOrd="0" presId="urn:microsoft.com/office/officeart/2005/8/layout/vList2"/>
    <dgm:cxn modelId="{A9EA9759-7B89-45CE-A3B5-0B89E0412EF9}" type="presParOf" srcId="{FAA65DE5-6CF0-4706-A9EC-6AD9027D1CF3}" destId="{FF6C447D-8241-4A41-BC88-70935FA825A6}" srcOrd="4" destOrd="0" presId="urn:microsoft.com/office/officeart/2005/8/layout/vList2"/>
    <dgm:cxn modelId="{6B66FED5-C67E-45D9-8559-60E78F530010}" type="presParOf" srcId="{FAA65DE5-6CF0-4706-A9EC-6AD9027D1CF3}" destId="{A10160E1-9D82-4777-99F0-482A94D7DEF1}" srcOrd="5" destOrd="0" presId="urn:microsoft.com/office/officeart/2005/8/layout/vList2"/>
    <dgm:cxn modelId="{3BF9C4B1-F748-4C5B-862B-C1B49535951D}" type="presParOf" srcId="{FAA65DE5-6CF0-4706-A9EC-6AD9027D1CF3}" destId="{DF711FD5-3994-4E71-A8DA-86576E5B85C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FD00F8-25A0-4D8B-85A7-19A3B8A83A0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DF3E4677-166B-4978-B619-8088EC8EACE8}">
      <dgm:prSet/>
      <dgm:spPr/>
      <dgm:t>
        <a:bodyPr/>
        <a:lstStyle/>
        <a:p>
          <a:r>
            <a:rPr lang="en-US" b="1"/>
            <a:t>Deforming Force </a:t>
          </a:r>
          <a:r>
            <a:rPr lang="en-US"/>
            <a:t>: The force that’s acting on a body that causes it to change its configuration .</a:t>
          </a:r>
        </a:p>
      </dgm:t>
    </dgm:pt>
    <dgm:pt modelId="{19754BD0-D433-424B-AE0E-971EF00203A9}" type="parTrans" cxnId="{514B006C-0665-4B5D-87E1-FCA9B4B1B71D}">
      <dgm:prSet/>
      <dgm:spPr/>
      <dgm:t>
        <a:bodyPr/>
        <a:lstStyle/>
        <a:p>
          <a:endParaRPr lang="en-US"/>
        </a:p>
      </dgm:t>
    </dgm:pt>
    <dgm:pt modelId="{43374524-B116-410C-BE20-BF8C2E98CAD0}" type="sibTrans" cxnId="{514B006C-0665-4B5D-87E1-FCA9B4B1B71D}">
      <dgm:prSet/>
      <dgm:spPr/>
      <dgm:t>
        <a:bodyPr/>
        <a:lstStyle/>
        <a:p>
          <a:endParaRPr lang="en-US"/>
        </a:p>
      </dgm:t>
    </dgm:pt>
    <dgm:pt modelId="{027071DE-B905-4DE6-B4C8-13FF48A72578}">
      <dgm:prSet/>
      <dgm:spPr/>
      <dgm:t>
        <a:bodyPr/>
        <a:lstStyle/>
        <a:p>
          <a:r>
            <a:rPr lang="en-ID" b="1"/>
            <a:t>Deformation </a:t>
          </a:r>
          <a:r>
            <a:rPr lang="en-ID"/>
            <a:t>: The  change in shape or size of a body due to deforming force .</a:t>
          </a:r>
          <a:endParaRPr lang="en-US"/>
        </a:p>
      </dgm:t>
    </dgm:pt>
    <dgm:pt modelId="{834E2841-279A-4D2F-B7D8-CD3BA5576153}" type="parTrans" cxnId="{A8D41618-7D84-4446-A60A-718BE75A5DE1}">
      <dgm:prSet/>
      <dgm:spPr/>
      <dgm:t>
        <a:bodyPr/>
        <a:lstStyle/>
        <a:p>
          <a:endParaRPr lang="en-US"/>
        </a:p>
      </dgm:t>
    </dgm:pt>
    <dgm:pt modelId="{509BE8AD-8DFD-495F-ACDC-DCB9312E0800}" type="sibTrans" cxnId="{A8D41618-7D84-4446-A60A-718BE75A5DE1}">
      <dgm:prSet/>
      <dgm:spPr/>
      <dgm:t>
        <a:bodyPr/>
        <a:lstStyle/>
        <a:p>
          <a:endParaRPr lang="en-US"/>
        </a:p>
      </dgm:t>
    </dgm:pt>
    <dgm:pt modelId="{9EE5829D-DF19-49ED-9B1C-59F69DB0E3B4}">
      <dgm:prSet/>
      <dgm:spPr/>
      <dgm:t>
        <a:bodyPr/>
        <a:lstStyle/>
        <a:p>
          <a:r>
            <a:rPr lang="en-ID" b="1"/>
            <a:t>Restoring force </a:t>
          </a:r>
          <a:r>
            <a:rPr lang="en-ID"/>
            <a:t>: The internal forces developed on a body which tends to bring it back to original shape .</a:t>
          </a:r>
          <a:endParaRPr lang="en-US"/>
        </a:p>
      </dgm:t>
    </dgm:pt>
    <dgm:pt modelId="{E39A36E5-52D6-4E91-AD0D-E57B79601240}" type="parTrans" cxnId="{0A4DFB69-D1A1-45CF-9F6A-8D8A1A838C81}">
      <dgm:prSet/>
      <dgm:spPr/>
      <dgm:t>
        <a:bodyPr/>
        <a:lstStyle/>
        <a:p>
          <a:endParaRPr lang="en-US"/>
        </a:p>
      </dgm:t>
    </dgm:pt>
    <dgm:pt modelId="{F97FD3C7-F059-4570-9DA2-B4BA20777EC9}" type="sibTrans" cxnId="{0A4DFB69-D1A1-45CF-9F6A-8D8A1A838C81}">
      <dgm:prSet/>
      <dgm:spPr/>
      <dgm:t>
        <a:bodyPr/>
        <a:lstStyle/>
        <a:p>
          <a:endParaRPr lang="en-US"/>
        </a:p>
      </dgm:t>
    </dgm:pt>
    <dgm:pt modelId="{4B5E0607-6887-4C2D-A89B-20A959BA1B07}" type="pres">
      <dgm:prSet presAssocID="{24FD00F8-25A0-4D8B-85A7-19A3B8A83A07}" presName="hierChild1" presStyleCnt="0">
        <dgm:presLayoutVars>
          <dgm:chPref val="1"/>
          <dgm:dir/>
          <dgm:animOne val="branch"/>
          <dgm:animLvl val="lvl"/>
          <dgm:resizeHandles/>
        </dgm:presLayoutVars>
      </dgm:prSet>
      <dgm:spPr/>
    </dgm:pt>
    <dgm:pt modelId="{309D90F9-59EB-4C14-983B-DF31B1B7C183}" type="pres">
      <dgm:prSet presAssocID="{DF3E4677-166B-4978-B619-8088EC8EACE8}" presName="hierRoot1" presStyleCnt="0"/>
      <dgm:spPr/>
    </dgm:pt>
    <dgm:pt modelId="{D8CA7456-FF12-41A2-85B3-A7C2EEB1D1F8}" type="pres">
      <dgm:prSet presAssocID="{DF3E4677-166B-4978-B619-8088EC8EACE8}" presName="composite" presStyleCnt="0"/>
      <dgm:spPr/>
    </dgm:pt>
    <dgm:pt modelId="{AF63CB9B-0ED1-4F34-900F-8200B9A99287}" type="pres">
      <dgm:prSet presAssocID="{DF3E4677-166B-4978-B619-8088EC8EACE8}" presName="background" presStyleLbl="node0" presStyleIdx="0" presStyleCnt="3"/>
      <dgm:spPr/>
    </dgm:pt>
    <dgm:pt modelId="{24523050-7B28-4C41-8020-81E57DAEAAFE}" type="pres">
      <dgm:prSet presAssocID="{DF3E4677-166B-4978-B619-8088EC8EACE8}" presName="text" presStyleLbl="fgAcc0" presStyleIdx="0" presStyleCnt="3">
        <dgm:presLayoutVars>
          <dgm:chPref val="3"/>
        </dgm:presLayoutVars>
      </dgm:prSet>
      <dgm:spPr/>
    </dgm:pt>
    <dgm:pt modelId="{C8B061EB-FE80-4E51-A303-AF062E1D311E}" type="pres">
      <dgm:prSet presAssocID="{DF3E4677-166B-4978-B619-8088EC8EACE8}" presName="hierChild2" presStyleCnt="0"/>
      <dgm:spPr/>
    </dgm:pt>
    <dgm:pt modelId="{8E1A3EFE-9DEA-4530-B30E-B6CC1BC01903}" type="pres">
      <dgm:prSet presAssocID="{027071DE-B905-4DE6-B4C8-13FF48A72578}" presName="hierRoot1" presStyleCnt="0"/>
      <dgm:spPr/>
    </dgm:pt>
    <dgm:pt modelId="{2D2326D4-D17F-4BB6-8DED-E2AD0F011703}" type="pres">
      <dgm:prSet presAssocID="{027071DE-B905-4DE6-B4C8-13FF48A72578}" presName="composite" presStyleCnt="0"/>
      <dgm:spPr/>
    </dgm:pt>
    <dgm:pt modelId="{F3B0BB76-2C14-49BF-A0D9-8780AD4AEEC1}" type="pres">
      <dgm:prSet presAssocID="{027071DE-B905-4DE6-B4C8-13FF48A72578}" presName="background" presStyleLbl="node0" presStyleIdx="1" presStyleCnt="3"/>
      <dgm:spPr/>
    </dgm:pt>
    <dgm:pt modelId="{BC96B1DB-4566-41C7-BEB0-D676FAF21050}" type="pres">
      <dgm:prSet presAssocID="{027071DE-B905-4DE6-B4C8-13FF48A72578}" presName="text" presStyleLbl="fgAcc0" presStyleIdx="1" presStyleCnt="3">
        <dgm:presLayoutVars>
          <dgm:chPref val="3"/>
        </dgm:presLayoutVars>
      </dgm:prSet>
      <dgm:spPr/>
    </dgm:pt>
    <dgm:pt modelId="{02F683B3-7649-4A93-935F-4EB76E4C4D1B}" type="pres">
      <dgm:prSet presAssocID="{027071DE-B905-4DE6-B4C8-13FF48A72578}" presName="hierChild2" presStyleCnt="0"/>
      <dgm:spPr/>
    </dgm:pt>
    <dgm:pt modelId="{41899F28-4844-49A8-89BA-79F5B3CAD3A8}" type="pres">
      <dgm:prSet presAssocID="{9EE5829D-DF19-49ED-9B1C-59F69DB0E3B4}" presName="hierRoot1" presStyleCnt="0"/>
      <dgm:spPr/>
    </dgm:pt>
    <dgm:pt modelId="{15193448-C034-4F58-9A80-56909153E59C}" type="pres">
      <dgm:prSet presAssocID="{9EE5829D-DF19-49ED-9B1C-59F69DB0E3B4}" presName="composite" presStyleCnt="0"/>
      <dgm:spPr/>
    </dgm:pt>
    <dgm:pt modelId="{4C12B48D-74FB-4D4D-A945-63150A5BE419}" type="pres">
      <dgm:prSet presAssocID="{9EE5829D-DF19-49ED-9B1C-59F69DB0E3B4}" presName="background" presStyleLbl="node0" presStyleIdx="2" presStyleCnt="3"/>
      <dgm:spPr/>
    </dgm:pt>
    <dgm:pt modelId="{CE59FDD9-B7A7-4F24-B9BF-552E9ABACD7A}" type="pres">
      <dgm:prSet presAssocID="{9EE5829D-DF19-49ED-9B1C-59F69DB0E3B4}" presName="text" presStyleLbl="fgAcc0" presStyleIdx="2" presStyleCnt="3">
        <dgm:presLayoutVars>
          <dgm:chPref val="3"/>
        </dgm:presLayoutVars>
      </dgm:prSet>
      <dgm:spPr/>
    </dgm:pt>
    <dgm:pt modelId="{68E8ACF9-2F1C-42DC-8B89-3D7E907FA0D8}" type="pres">
      <dgm:prSet presAssocID="{9EE5829D-DF19-49ED-9B1C-59F69DB0E3B4}" presName="hierChild2" presStyleCnt="0"/>
      <dgm:spPr/>
    </dgm:pt>
  </dgm:ptLst>
  <dgm:cxnLst>
    <dgm:cxn modelId="{A8D41618-7D84-4446-A60A-718BE75A5DE1}" srcId="{24FD00F8-25A0-4D8B-85A7-19A3B8A83A07}" destId="{027071DE-B905-4DE6-B4C8-13FF48A72578}" srcOrd="1" destOrd="0" parTransId="{834E2841-279A-4D2F-B7D8-CD3BA5576153}" sibTransId="{509BE8AD-8DFD-495F-ACDC-DCB9312E0800}"/>
    <dgm:cxn modelId="{660C3D1D-71C7-4EB2-B470-41A7C134FDD0}" type="presOf" srcId="{24FD00F8-25A0-4D8B-85A7-19A3B8A83A07}" destId="{4B5E0607-6887-4C2D-A89B-20A959BA1B07}" srcOrd="0" destOrd="0" presId="urn:microsoft.com/office/officeart/2005/8/layout/hierarchy1"/>
    <dgm:cxn modelId="{2E35FA61-D7EF-46E1-9521-9BD5904F3396}" type="presOf" srcId="{027071DE-B905-4DE6-B4C8-13FF48A72578}" destId="{BC96B1DB-4566-41C7-BEB0-D676FAF21050}" srcOrd="0" destOrd="0" presId="urn:microsoft.com/office/officeart/2005/8/layout/hierarchy1"/>
    <dgm:cxn modelId="{0A4DFB69-D1A1-45CF-9F6A-8D8A1A838C81}" srcId="{24FD00F8-25A0-4D8B-85A7-19A3B8A83A07}" destId="{9EE5829D-DF19-49ED-9B1C-59F69DB0E3B4}" srcOrd="2" destOrd="0" parTransId="{E39A36E5-52D6-4E91-AD0D-E57B79601240}" sibTransId="{F97FD3C7-F059-4570-9DA2-B4BA20777EC9}"/>
    <dgm:cxn modelId="{514B006C-0665-4B5D-87E1-FCA9B4B1B71D}" srcId="{24FD00F8-25A0-4D8B-85A7-19A3B8A83A07}" destId="{DF3E4677-166B-4978-B619-8088EC8EACE8}" srcOrd="0" destOrd="0" parTransId="{19754BD0-D433-424B-AE0E-971EF00203A9}" sibTransId="{43374524-B116-410C-BE20-BF8C2E98CAD0}"/>
    <dgm:cxn modelId="{CC81F7E5-2837-45F3-B71B-DB587024FC1C}" type="presOf" srcId="{DF3E4677-166B-4978-B619-8088EC8EACE8}" destId="{24523050-7B28-4C41-8020-81E57DAEAAFE}" srcOrd="0" destOrd="0" presId="urn:microsoft.com/office/officeart/2005/8/layout/hierarchy1"/>
    <dgm:cxn modelId="{941EFAFE-A909-4C90-961A-45F8FFE3D8BD}" type="presOf" srcId="{9EE5829D-DF19-49ED-9B1C-59F69DB0E3B4}" destId="{CE59FDD9-B7A7-4F24-B9BF-552E9ABACD7A}" srcOrd="0" destOrd="0" presId="urn:microsoft.com/office/officeart/2005/8/layout/hierarchy1"/>
    <dgm:cxn modelId="{78B83D93-514F-45A4-A308-2F9CF58F0BA5}" type="presParOf" srcId="{4B5E0607-6887-4C2D-A89B-20A959BA1B07}" destId="{309D90F9-59EB-4C14-983B-DF31B1B7C183}" srcOrd="0" destOrd="0" presId="urn:microsoft.com/office/officeart/2005/8/layout/hierarchy1"/>
    <dgm:cxn modelId="{A5ECF784-BCA8-4D82-A493-3BD7D4B52048}" type="presParOf" srcId="{309D90F9-59EB-4C14-983B-DF31B1B7C183}" destId="{D8CA7456-FF12-41A2-85B3-A7C2EEB1D1F8}" srcOrd="0" destOrd="0" presId="urn:microsoft.com/office/officeart/2005/8/layout/hierarchy1"/>
    <dgm:cxn modelId="{768A41F7-F93F-4BE3-8BB1-0B13114B218D}" type="presParOf" srcId="{D8CA7456-FF12-41A2-85B3-A7C2EEB1D1F8}" destId="{AF63CB9B-0ED1-4F34-900F-8200B9A99287}" srcOrd="0" destOrd="0" presId="urn:microsoft.com/office/officeart/2005/8/layout/hierarchy1"/>
    <dgm:cxn modelId="{B0724308-E884-4CF1-BB20-40C057758AFA}" type="presParOf" srcId="{D8CA7456-FF12-41A2-85B3-A7C2EEB1D1F8}" destId="{24523050-7B28-4C41-8020-81E57DAEAAFE}" srcOrd="1" destOrd="0" presId="urn:microsoft.com/office/officeart/2005/8/layout/hierarchy1"/>
    <dgm:cxn modelId="{738FC7F0-D250-4FBA-A574-B2CA1CE073CA}" type="presParOf" srcId="{309D90F9-59EB-4C14-983B-DF31B1B7C183}" destId="{C8B061EB-FE80-4E51-A303-AF062E1D311E}" srcOrd="1" destOrd="0" presId="urn:microsoft.com/office/officeart/2005/8/layout/hierarchy1"/>
    <dgm:cxn modelId="{052DADBB-6B96-4992-952E-1E0FD2C157AD}" type="presParOf" srcId="{4B5E0607-6887-4C2D-A89B-20A959BA1B07}" destId="{8E1A3EFE-9DEA-4530-B30E-B6CC1BC01903}" srcOrd="1" destOrd="0" presId="urn:microsoft.com/office/officeart/2005/8/layout/hierarchy1"/>
    <dgm:cxn modelId="{10457730-FF40-4B07-BB49-F59EAC299683}" type="presParOf" srcId="{8E1A3EFE-9DEA-4530-B30E-B6CC1BC01903}" destId="{2D2326D4-D17F-4BB6-8DED-E2AD0F011703}" srcOrd="0" destOrd="0" presId="urn:microsoft.com/office/officeart/2005/8/layout/hierarchy1"/>
    <dgm:cxn modelId="{BAF36221-F196-4C54-BD17-64FBAA3C77C8}" type="presParOf" srcId="{2D2326D4-D17F-4BB6-8DED-E2AD0F011703}" destId="{F3B0BB76-2C14-49BF-A0D9-8780AD4AEEC1}" srcOrd="0" destOrd="0" presId="urn:microsoft.com/office/officeart/2005/8/layout/hierarchy1"/>
    <dgm:cxn modelId="{88B0C2AE-24BC-4EF4-92A1-6B4D3FDC3968}" type="presParOf" srcId="{2D2326D4-D17F-4BB6-8DED-E2AD0F011703}" destId="{BC96B1DB-4566-41C7-BEB0-D676FAF21050}" srcOrd="1" destOrd="0" presId="urn:microsoft.com/office/officeart/2005/8/layout/hierarchy1"/>
    <dgm:cxn modelId="{271D3484-E84D-450C-94FD-27CFE2282A93}" type="presParOf" srcId="{8E1A3EFE-9DEA-4530-B30E-B6CC1BC01903}" destId="{02F683B3-7649-4A93-935F-4EB76E4C4D1B}" srcOrd="1" destOrd="0" presId="urn:microsoft.com/office/officeart/2005/8/layout/hierarchy1"/>
    <dgm:cxn modelId="{B65CBCBC-2CEB-4BE2-9DE4-19433332E986}" type="presParOf" srcId="{4B5E0607-6887-4C2D-A89B-20A959BA1B07}" destId="{41899F28-4844-49A8-89BA-79F5B3CAD3A8}" srcOrd="2" destOrd="0" presId="urn:microsoft.com/office/officeart/2005/8/layout/hierarchy1"/>
    <dgm:cxn modelId="{A0DBB349-C326-4772-9C9A-EAA00C53357B}" type="presParOf" srcId="{41899F28-4844-49A8-89BA-79F5B3CAD3A8}" destId="{15193448-C034-4F58-9A80-56909153E59C}" srcOrd="0" destOrd="0" presId="urn:microsoft.com/office/officeart/2005/8/layout/hierarchy1"/>
    <dgm:cxn modelId="{0C50E151-695F-480B-9952-7656521DE1B2}" type="presParOf" srcId="{15193448-C034-4F58-9A80-56909153E59C}" destId="{4C12B48D-74FB-4D4D-A945-63150A5BE419}" srcOrd="0" destOrd="0" presId="urn:microsoft.com/office/officeart/2005/8/layout/hierarchy1"/>
    <dgm:cxn modelId="{20BEE276-663D-4B31-AD38-7E82219074E9}" type="presParOf" srcId="{15193448-C034-4F58-9A80-56909153E59C}" destId="{CE59FDD9-B7A7-4F24-B9BF-552E9ABACD7A}" srcOrd="1" destOrd="0" presId="urn:microsoft.com/office/officeart/2005/8/layout/hierarchy1"/>
    <dgm:cxn modelId="{77AA8942-ABFB-4A41-82C3-D6D9DB6EF594}" type="presParOf" srcId="{41899F28-4844-49A8-89BA-79F5B3CAD3A8}" destId="{68E8ACF9-2F1C-42DC-8B89-3D7E907FA0D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45BC7-0D97-4FF1-8740-A82D446167D6}">
      <dsp:nvSpPr>
        <dsp:cNvPr id="0" name=""/>
        <dsp:cNvSpPr/>
      </dsp:nvSpPr>
      <dsp:spPr>
        <a:xfrm>
          <a:off x="0" y="170532"/>
          <a:ext cx="6666833" cy="1230693"/>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force of attraction between molecules of a substance is called </a:t>
          </a:r>
          <a:r>
            <a:rPr lang="en-US" sz="2200" b="1" kern="1200"/>
            <a:t>intermolecular force</a:t>
          </a:r>
          <a:r>
            <a:rPr lang="en-US" sz="2200" kern="1200"/>
            <a:t>.</a:t>
          </a:r>
        </a:p>
      </dsp:txBody>
      <dsp:txXfrm>
        <a:off x="60077" y="230609"/>
        <a:ext cx="6546679" cy="1110539"/>
      </dsp:txXfrm>
    </dsp:sp>
    <dsp:sp modelId="{1BDDC7D4-D962-438A-8063-30C0EDCD8D6C}">
      <dsp:nvSpPr>
        <dsp:cNvPr id="0" name=""/>
        <dsp:cNvSpPr/>
      </dsp:nvSpPr>
      <dsp:spPr>
        <a:xfrm>
          <a:off x="0" y="1464586"/>
          <a:ext cx="6666833" cy="1230693"/>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These forces are electrical in nature and act over very small distances (of the order of molecular separation).</a:t>
          </a:r>
        </a:p>
      </dsp:txBody>
      <dsp:txXfrm>
        <a:off x="60077" y="1524663"/>
        <a:ext cx="6546679" cy="1110539"/>
      </dsp:txXfrm>
    </dsp:sp>
    <dsp:sp modelId="{FF6C447D-8241-4A41-BC88-70935FA825A6}">
      <dsp:nvSpPr>
        <dsp:cNvPr id="0" name=""/>
        <dsp:cNvSpPr/>
      </dsp:nvSpPr>
      <dsp:spPr>
        <a:xfrm>
          <a:off x="0" y="2758639"/>
          <a:ext cx="6666833" cy="1230693"/>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They are responsible for the physical properties of matter such as elasticity, rigidity, and strength.</a:t>
          </a:r>
        </a:p>
      </dsp:txBody>
      <dsp:txXfrm>
        <a:off x="60077" y="2818716"/>
        <a:ext cx="6546679" cy="1110539"/>
      </dsp:txXfrm>
    </dsp:sp>
    <dsp:sp modelId="{DF711FD5-3994-4E71-A8DA-86576E5B85C3}">
      <dsp:nvSpPr>
        <dsp:cNvPr id="0" name=""/>
        <dsp:cNvSpPr/>
      </dsp:nvSpPr>
      <dsp:spPr>
        <a:xfrm>
          <a:off x="0" y="4052693"/>
          <a:ext cx="6666833" cy="1230693"/>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When a body is deformed, these intermolecular forces try to bring the molecules back to their original positions, which gives rise to elastic behavior.</a:t>
          </a:r>
        </a:p>
      </dsp:txBody>
      <dsp:txXfrm>
        <a:off x="60077" y="4112770"/>
        <a:ext cx="6546679" cy="11105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3CB9B-0ED1-4F34-900F-8200B9A99287}">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523050-7B28-4C41-8020-81E57DAEAAFE}">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Deforming Force </a:t>
          </a:r>
          <a:r>
            <a:rPr lang="en-US" sz="2200" kern="1200"/>
            <a:t>: The force that’s acting on a body that causes it to change its configuration .</a:t>
          </a:r>
        </a:p>
      </dsp:txBody>
      <dsp:txXfrm>
        <a:off x="398656" y="1088253"/>
        <a:ext cx="2959127" cy="1837317"/>
      </dsp:txXfrm>
    </dsp:sp>
    <dsp:sp modelId="{F3B0BB76-2C14-49BF-A0D9-8780AD4AEEC1}">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96B1DB-4566-41C7-BEB0-D676FAF21050}">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D" sz="2200" b="1" kern="1200"/>
            <a:t>Deformation </a:t>
          </a:r>
          <a:r>
            <a:rPr lang="en-ID" sz="2200" kern="1200"/>
            <a:t>: The  change in shape or size of a body due to deforming force .</a:t>
          </a:r>
          <a:endParaRPr lang="en-US" sz="2200" kern="1200"/>
        </a:p>
      </dsp:txBody>
      <dsp:txXfrm>
        <a:off x="4155097" y="1088253"/>
        <a:ext cx="2959127" cy="1837317"/>
      </dsp:txXfrm>
    </dsp:sp>
    <dsp:sp modelId="{4C12B48D-74FB-4D4D-A945-63150A5BE419}">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59FDD9-B7A7-4F24-B9BF-552E9ABACD7A}">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ID" sz="2200" b="1" kern="1200"/>
            <a:t>Restoring force </a:t>
          </a:r>
          <a:r>
            <a:rPr lang="en-ID" sz="2200" kern="1200"/>
            <a:t>: The internal forces developed on a body which tends to bring it back to original shape .</a:t>
          </a:r>
          <a:endParaRPr lang="en-US" sz="2200" kern="1200"/>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2999-E41C-D1CC-509E-7F5AABABD6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A7EE78A7-2AEB-3773-D1D7-DDC17BB36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87F09569-060D-62DD-3B8E-D40E659C8FB3}"/>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AFD95B36-A99E-80FB-A13B-268A35C1D0A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CE4EC81-C5CE-0006-EB56-ECD2EB3A0C61}"/>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3075176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1B71A-143F-4B79-2C5C-05785C8F80C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5BFF5AC-D620-4D56-21F9-DEDC20910A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A1E8483-20A4-C347-B26E-6C0DC561E65B}"/>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F13FE714-FD80-4B8C-2EDC-5256CEEF733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0BE2F02-AB13-E40A-8DA7-58EAC876F54A}"/>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1819157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1A698-650C-7F62-CAEF-33E17FEC5A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DCB84CE2-24AA-4455-B43A-1C6B22617B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18C54F-39B7-8333-0890-BF337027AD88}"/>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357169A7-380A-FA19-6A36-D5EB2E0D00B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745CF96-8AD0-5CCD-891D-8655BADC3FE4}"/>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1168912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BA81-FD31-F408-58FA-8AFE0CAD6DE2}"/>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13FA552B-E614-AD50-D4A3-5CA4844BF3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B9392433-047D-EE30-BD22-CB73407FA7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C7B7501D-DE67-385D-893E-335EE8C8121F}"/>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6" name="Footer Placeholder 5">
            <a:extLst>
              <a:ext uri="{FF2B5EF4-FFF2-40B4-BE49-F238E27FC236}">
                <a16:creationId xmlns:a16="http://schemas.microsoft.com/office/drawing/2014/main" id="{C58028E3-23BC-D1A7-B682-ED8EB5252833}"/>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EE6F322-0CF4-E965-7CF3-B074EEE98DBE}"/>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310434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7A7-F06B-4448-BB06-A585A8E01560}"/>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0E8767D-0895-FC8A-2EB8-E90A3622BE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B6384A-8E6E-D44D-975E-48F7312F66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DFF493DE-94AB-9F22-13AA-225C05A1C9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DC3535-60D7-6464-A2D6-8921B9FDF4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D52285F-1B86-F7D4-7894-72DBF4C0C9A7}"/>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8" name="Footer Placeholder 7">
            <a:extLst>
              <a:ext uri="{FF2B5EF4-FFF2-40B4-BE49-F238E27FC236}">
                <a16:creationId xmlns:a16="http://schemas.microsoft.com/office/drawing/2014/main" id="{68FB24D4-62B5-6CE8-F9C9-6204DF0A63B9}"/>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36DEA190-9F10-EEEF-FD8D-458347D0C2DF}"/>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2604793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E0A7-3198-93BF-B5B9-95184D009B21}"/>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2CA98D7A-9625-F2C7-48E3-3DFE9271F15C}"/>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4" name="Footer Placeholder 3">
            <a:extLst>
              <a:ext uri="{FF2B5EF4-FFF2-40B4-BE49-F238E27FC236}">
                <a16:creationId xmlns:a16="http://schemas.microsoft.com/office/drawing/2014/main" id="{E5CB3110-E81B-67DB-DFE5-2DE9D1A42DB0}"/>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8295F7CC-E415-CDF1-8857-BF9CFCB13110}"/>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993842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601200-E500-C17E-B198-73F95E030F97}"/>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3" name="Footer Placeholder 2">
            <a:extLst>
              <a:ext uri="{FF2B5EF4-FFF2-40B4-BE49-F238E27FC236}">
                <a16:creationId xmlns:a16="http://schemas.microsoft.com/office/drawing/2014/main" id="{FF94B2E5-D9DF-DEC0-157C-F5467AF2F143}"/>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BB89F7B2-3EA0-2EC2-C462-F9A40BE05401}"/>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1465016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D08F-4441-61CE-4796-269986C70E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942BBF4D-A6E6-8FEA-EF38-A4B87DE747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BBE0F978-C08D-B040-479D-432E5B3B6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A3811B-5215-E59D-64FD-17D33D7E57DA}"/>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6" name="Footer Placeholder 5">
            <a:extLst>
              <a:ext uri="{FF2B5EF4-FFF2-40B4-BE49-F238E27FC236}">
                <a16:creationId xmlns:a16="http://schemas.microsoft.com/office/drawing/2014/main" id="{CCD782AC-0CD7-EB38-4B82-7494FE991C8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B539777-BBAC-9F66-3395-9DEC07DA2320}"/>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236777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9BD8-815D-93FA-C759-8D86878F4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4CBF7199-EBD3-B2BF-F719-D514351748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735BF242-241A-C0B1-626E-A4E738280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0B703-4541-7088-49F9-5356D83BCA0C}"/>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6" name="Footer Placeholder 5">
            <a:extLst>
              <a:ext uri="{FF2B5EF4-FFF2-40B4-BE49-F238E27FC236}">
                <a16:creationId xmlns:a16="http://schemas.microsoft.com/office/drawing/2014/main" id="{68BCEEA7-2897-6161-565A-EF8727A31F0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A812DFDA-D971-55BF-89E8-59CCD9FF35AF}"/>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3955359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BDD2-1C38-F057-C6ED-832A0BCB9C70}"/>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AB352B24-2633-4519-F589-BDA8DE30D9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94D720E-E566-23B8-6E20-ACB89CC3F99B}"/>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A2558208-6965-784A-080A-72998DBA11D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D5A5B85-3C4F-373C-10DC-0F56234E6BD9}"/>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1292305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7E557B-8599-3DBD-A568-44E42C887E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AC2F6CC0-1BD7-E679-1652-908C53CAD4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2454B50-1E04-51E5-B8DB-CEFEE61433AD}"/>
              </a:ext>
            </a:extLst>
          </p:cNvPr>
          <p:cNvSpPr>
            <a:spLocks noGrp="1"/>
          </p:cNvSpPr>
          <p:nvPr>
            <p:ph type="dt" sz="half" idx="10"/>
          </p:nvPr>
        </p:nvSpPr>
        <p:spPr/>
        <p:txBody>
          <a:body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8A0B7164-00BC-8949-DEA6-B8A25902F0E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85039B4-5F91-43B1-4FC7-422410256919}"/>
              </a:ext>
            </a:extLst>
          </p:cNvPr>
          <p:cNvSpPr>
            <a:spLocks noGrp="1"/>
          </p:cNvSpPr>
          <p:nvPr>
            <p:ph type="sldNum" sz="quarter" idx="12"/>
          </p:nvPr>
        </p:nvSpPr>
        <p:spPr/>
        <p:txBody>
          <a:bodyPr/>
          <a:lstStyle/>
          <a:p>
            <a:fld id="{77B8B21E-1EA5-49A2-9EC1-326AA348D5AE}" type="slidenum">
              <a:rPr lang="en-ID" smtClean="0"/>
              <a:t>‹#›</a:t>
            </a:fld>
            <a:endParaRPr lang="en-ID"/>
          </a:p>
        </p:txBody>
      </p:sp>
    </p:spTree>
    <p:extLst>
      <p:ext uri="{BB962C8B-B14F-4D97-AF65-F5344CB8AC3E}">
        <p14:creationId xmlns:p14="http://schemas.microsoft.com/office/powerpoint/2010/main" val="230350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019365-11E1-B777-3083-B56F4B59ED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2697BFF-5CB4-6949-A1F5-18A281400D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D8DEDB4-1825-646F-1129-D8ADAE34DA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FDF9F3-0FF8-4C53-AD13-9D762134BC65}" type="datetimeFigureOut">
              <a:rPr lang="en-ID" smtClean="0"/>
              <a:t>21/04/2026</a:t>
            </a:fld>
            <a:endParaRPr lang="en-ID"/>
          </a:p>
        </p:txBody>
      </p:sp>
      <p:sp>
        <p:nvSpPr>
          <p:cNvPr id="5" name="Footer Placeholder 4">
            <a:extLst>
              <a:ext uri="{FF2B5EF4-FFF2-40B4-BE49-F238E27FC236}">
                <a16:creationId xmlns:a16="http://schemas.microsoft.com/office/drawing/2014/main" id="{D22E561D-08F3-AEB4-5DC3-82618A5D60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7177B504-12FB-9D0E-EC00-20C0478FD0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B8B21E-1EA5-49A2-9EC1-326AA348D5AE}" type="slidenum">
              <a:rPr lang="en-ID" smtClean="0"/>
              <a:t>‹#›</a:t>
            </a:fld>
            <a:endParaRPr lang="en-ID"/>
          </a:p>
        </p:txBody>
      </p:sp>
    </p:spTree>
    <p:extLst>
      <p:ext uri="{BB962C8B-B14F-4D97-AF65-F5344CB8AC3E}">
        <p14:creationId xmlns:p14="http://schemas.microsoft.com/office/powerpoint/2010/main" val="3130354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2D67E408-84B0-5707-4486-CBA2506FF7CF}"/>
              </a:ext>
            </a:extLst>
          </p:cNvPr>
          <p:cNvSpPr>
            <a:spLocks noGrp="1"/>
          </p:cNvSpPr>
          <p:nvPr>
            <p:ph type="ctrTitle"/>
          </p:nvPr>
        </p:nvSpPr>
        <p:spPr>
          <a:xfrm>
            <a:off x="838199" y="1120676"/>
            <a:ext cx="7021513" cy="2308324"/>
          </a:xfrm>
        </p:spPr>
        <p:txBody>
          <a:bodyPr>
            <a:normAutofit/>
          </a:bodyPr>
          <a:lstStyle/>
          <a:p>
            <a:pPr algn="l"/>
            <a:r>
              <a:rPr lang="en-US" sz="7200">
                <a:solidFill>
                  <a:schemeClr val="bg1"/>
                </a:solidFill>
              </a:rPr>
              <a:t>Chapter 8</a:t>
            </a:r>
            <a:endParaRPr lang="en-ID" sz="7200">
              <a:solidFill>
                <a:schemeClr val="bg1"/>
              </a:solidFill>
            </a:endParaRPr>
          </a:p>
        </p:txBody>
      </p:sp>
      <p:sp>
        <p:nvSpPr>
          <p:cNvPr id="3" name="Subtitle 2">
            <a:extLst>
              <a:ext uri="{FF2B5EF4-FFF2-40B4-BE49-F238E27FC236}">
                <a16:creationId xmlns:a16="http://schemas.microsoft.com/office/drawing/2014/main" id="{8E5E27F7-31BF-6363-1F05-A133F8DB4E5A}"/>
              </a:ext>
            </a:extLst>
          </p:cNvPr>
          <p:cNvSpPr>
            <a:spLocks noGrp="1"/>
          </p:cNvSpPr>
          <p:nvPr>
            <p:ph type="subTitle" idx="1"/>
          </p:nvPr>
        </p:nvSpPr>
        <p:spPr>
          <a:xfrm>
            <a:off x="835024" y="3809999"/>
            <a:ext cx="7025753" cy="1012778"/>
          </a:xfrm>
        </p:spPr>
        <p:txBody>
          <a:bodyPr>
            <a:normAutofit/>
          </a:bodyPr>
          <a:lstStyle/>
          <a:p>
            <a:pPr algn="l"/>
            <a:r>
              <a:rPr lang="en-US">
                <a:solidFill>
                  <a:schemeClr val="bg1"/>
                </a:solidFill>
              </a:rPr>
              <a:t>Elasticity</a:t>
            </a:r>
            <a:endParaRPr lang="en-ID">
              <a:solidFill>
                <a:schemeClr val="bg1"/>
              </a:solidFill>
            </a:endParaRPr>
          </a:p>
        </p:txBody>
      </p:sp>
    </p:spTree>
    <p:extLst>
      <p:ext uri="{BB962C8B-B14F-4D97-AF65-F5344CB8AC3E}">
        <p14:creationId xmlns:p14="http://schemas.microsoft.com/office/powerpoint/2010/main" val="3026650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FFAEB1-E901-223C-626E-2B1B167DDC86}"/>
              </a:ext>
            </a:extLst>
          </p:cNvPr>
          <p:cNvSpPr>
            <a:spLocks noGrp="1"/>
          </p:cNvSpPr>
          <p:nvPr>
            <p:ph type="title"/>
          </p:nvPr>
        </p:nvSpPr>
        <p:spPr>
          <a:xfrm>
            <a:off x="761803" y="350196"/>
            <a:ext cx="4646904" cy="1624520"/>
          </a:xfrm>
        </p:spPr>
        <p:txBody>
          <a:bodyPr anchor="ctr">
            <a:normAutofit/>
          </a:bodyPr>
          <a:lstStyle/>
          <a:p>
            <a:r>
              <a:rPr lang="en-US" sz="4000"/>
              <a:t>Inter atomic forces</a:t>
            </a:r>
            <a:endParaRPr lang="en-ID" sz="4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0E0C7D-2A6D-9C81-5B49-4B26C3ABBE4F}"/>
                  </a:ext>
                </a:extLst>
              </p:cNvPr>
              <p:cNvSpPr>
                <a:spLocks noGrp="1"/>
              </p:cNvSpPr>
              <p:nvPr>
                <p:ph idx="1"/>
              </p:nvPr>
            </p:nvSpPr>
            <p:spPr>
              <a:xfrm>
                <a:off x="761802" y="2743200"/>
                <a:ext cx="4646905" cy="3613149"/>
              </a:xfrm>
            </p:spPr>
            <p:txBody>
              <a:bodyPr anchor="ctr">
                <a:normAutofit/>
              </a:bodyPr>
              <a:lstStyle/>
              <a:p>
                <a:r>
                  <a:rPr lang="en-US" sz="2000" dirty="0"/>
                  <a:t>The binding force in between two atoms is known as inter atomic force .</a:t>
                </a:r>
              </a:p>
              <a:p>
                <a:r>
                  <a:rPr lang="en-US" sz="2000" dirty="0"/>
                  <a:t>It is electrical in nature.(10</a:t>
                </a:r>
                <a:r>
                  <a:rPr lang="en-US" sz="2000" baseline="30000" dirty="0"/>
                  <a:t>-10 </a:t>
                </a:r>
                <a:r>
                  <a:rPr lang="en-US" sz="2000" dirty="0"/>
                  <a:t>m)</a:t>
                </a:r>
              </a:p>
              <a:p>
                <a:r>
                  <a:rPr lang="en-US" sz="2000" dirty="0"/>
                  <a:t>It is equal to the negative of gradient of corresponding potential energy function .</a:t>
                </a:r>
              </a:p>
              <a:p>
                <a:pPr marL="0" indent="0">
                  <a:buNone/>
                </a:pPr>
                <a:r>
                  <a:rPr lang="en-US" sz="2000" dirty="0"/>
                  <a:t>			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𝑑</m:t>
                        </m:r>
                        <m:r>
                          <a:rPr lang="en-US" sz="2000" i="1">
                            <a:latin typeface="Cambria Math" panose="02040503050406030204" pitchFamily="18" charset="0"/>
                          </a:rPr>
                          <m:t> (</m:t>
                        </m:r>
                        <m:r>
                          <a:rPr lang="en-US" sz="2000" i="1">
                            <a:latin typeface="Cambria Math" panose="02040503050406030204" pitchFamily="18" charset="0"/>
                          </a:rPr>
                          <m:t>𝑈</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m:t>
                        </m:r>
                      </m:num>
                      <m:den>
                        <m:r>
                          <a:rPr lang="en-US" sz="2000" i="1">
                            <a:latin typeface="Cambria Math" panose="02040503050406030204" pitchFamily="18" charset="0"/>
                          </a:rPr>
                          <m:t>𝑑𝑟</m:t>
                        </m:r>
                        <m:r>
                          <m:rPr>
                            <m:nor/>
                          </m:rPr>
                          <a:rPr lang="en-US" sz="2000"/>
                          <m:t> </m:t>
                        </m:r>
                      </m:den>
                    </m:f>
                    <m:r>
                      <a:rPr lang="en-US" sz="2000" i="1">
                        <a:latin typeface="Cambria Math" panose="02040503050406030204" pitchFamily="18" charset="0"/>
                      </a:rPr>
                      <m:t>	</m:t>
                    </m:r>
                  </m:oMath>
                </a14:m>
                <a:endParaRPr lang="en-ID" sz="2000" dirty="0"/>
              </a:p>
            </p:txBody>
          </p:sp>
        </mc:Choice>
        <mc:Fallback xmlns="">
          <p:sp>
            <p:nvSpPr>
              <p:cNvPr id="3" name="Content Placeholder 2">
                <a:extLst>
                  <a:ext uri="{FF2B5EF4-FFF2-40B4-BE49-F238E27FC236}">
                    <a16:creationId xmlns:a16="http://schemas.microsoft.com/office/drawing/2014/main" id="{E10E0C7D-2A6D-9C81-5B49-4B26C3ABBE4F}"/>
                  </a:ext>
                </a:extLst>
              </p:cNvPr>
              <p:cNvSpPr>
                <a:spLocks noGrp="1" noRot="1" noChangeAspect="1" noMove="1" noResize="1" noEditPoints="1" noAdjustHandles="1" noChangeArrowheads="1" noChangeShapeType="1" noTextEdit="1"/>
              </p:cNvSpPr>
              <p:nvPr>
                <p:ph idx="1"/>
              </p:nvPr>
            </p:nvSpPr>
            <p:spPr>
              <a:xfrm>
                <a:off x="761802" y="2743200"/>
                <a:ext cx="4646905" cy="3613149"/>
              </a:xfrm>
              <a:blipFill>
                <a:blip r:embed="rId2"/>
                <a:stretch>
                  <a:fillRect l="-1181" r="-1575"/>
                </a:stretch>
              </a:blipFill>
            </p:spPr>
            <p:txBody>
              <a:bodyPr/>
              <a:lstStyle/>
              <a:p>
                <a:r>
                  <a:rPr lang="en-ID">
                    <a:noFill/>
                  </a:rPr>
                  <a:t> </a:t>
                </a:r>
              </a:p>
            </p:txBody>
          </p:sp>
        </mc:Fallback>
      </mc:AlternateContent>
      <p:pic>
        <p:nvPicPr>
          <p:cNvPr id="5" name="Picture 4" descr="Molecular glass structure">
            <a:extLst>
              <a:ext uri="{FF2B5EF4-FFF2-40B4-BE49-F238E27FC236}">
                <a16:creationId xmlns:a16="http://schemas.microsoft.com/office/drawing/2014/main" id="{C339DDE0-6FFC-66DB-1420-D0F3CC55C539}"/>
              </a:ext>
            </a:extLst>
          </p:cNvPr>
          <p:cNvPicPr>
            <a:picLocks noChangeAspect="1"/>
          </p:cNvPicPr>
          <p:nvPr/>
        </p:nvPicPr>
        <p:blipFill>
          <a:blip r:embed="rId3"/>
          <a:srcRect l="32936" r="17008"/>
          <a:stretch>
            <a:fillRect/>
          </a:stretch>
        </p:blipFill>
        <p:spPr>
          <a:xfrm>
            <a:off x="6096000" y="1"/>
            <a:ext cx="6102825" cy="6858000"/>
          </a:xfrm>
          <a:prstGeom prst="rect">
            <a:avLst/>
          </a:prstGeom>
        </p:spPr>
      </p:pic>
    </p:spTree>
    <p:extLst>
      <p:ext uri="{BB962C8B-B14F-4D97-AF65-F5344CB8AC3E}">
        <p14:creationId xmlns:p14="http://schemas.microsoft.com/office/powerpoint/2010/main" val="283616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Rectangle 4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37F4B4-B26E-3518-53C0-341EC7BAB7C2}"/>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Inter Molecular Forces</a:t>
            </a:r>
            <a:endParaRPr lang="en-ID" sz="4000">
              <a:solidFill>
                <a:srgbClr val="FFFFFF"/>
              </a:solidFill>
            </a:endParaRPr>
          </a:p>
        </p:txBody>
      </p:sp>
      <p:graphicFrame>
        <p:nvGraphicFramePr>
          <p:cNvPr id="45" name="Content Placeholder 2">
            <a:extLst>
              <a:ext uri="{FF2B5EF4-FFF2-40B4-BE49-F238E27FC236}">
                <a16:creationId xmlns:a16="http://schemas.microsoft.com/office/drawing/2014/main" id="{3723AAD1-D770-EE71-58F2-FBD7365ADC0F}"/>
              </a:ext>
            </a:extLst>
          </p:cNvPr>
          <p:cNvGraphicFramePr>
            <a:graphicFrameLocks noGrp="1"/>
          </p:cNvGraphicFramePr>
          <p:nvPr>
            <p:ph idx="1"/>
            <p:extLst>
              <p:ext uri="{D42A27DB-BD31-4B8C-83A1-F6EECF244321}">
                <p14:modId xmlns:p14="http://schemas.microsoft.com/office/powerpoint/2010/main" val="401869291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1523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4D92EF-EA5E-9DA1-0A60-DE94703E4D15}"/>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Key terms</a:t>
            </a:r>
            <a:endParaRPr lang="en-ID" sz="4000">
              <a:solidFill>
                <a:srgbClr val="FFFFFF"/>
              </a:solidFill>
            </a:endParaRPr>
          </a:p>
        </p:txBody>
      </p:sp>
      <p:graphicFrame>
        <p:nvGraphicFramePr>
          <p:cNvPr id="25" name="Content Placeholder 2">
            <a:extLst>
              <a:ext uri="{FF2B5EF4-FFF2-40B4-BE49-F238E27FC236}">
                <a16:creationId xmlns:a16="http://schemas.microsoft.com/office/drawing/2014/main" id="{F0DB45FF-D861-2972-0DCC-EC7401DACBBD}"/>
              </a:ext>
            </a:extLst>
          </p:cNvPr>
          <p:cNvGraphicFramePr>
            <a:graphicFrameLocks noGrp="1"/>
          </p:cNvGraphicFramePr>
          <p:nvPr>
            <p:ph idx="1"/>
            <p:extLst>
              <p:ext uri="{D42A27DB-BD31-4B8C-83A1-F6EECF244321}">
                <p14:modId xmlns:p14="http://schemas.microsoft.com/office/powerpoint/2010/main" val="328517178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107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1852A-92AE-C39D-ADAC-B13C7BC1425F}"/>
              </a:ext>
            </a:extLst>
          </p:cNvPr>
          <p:cNvSpPr>
            <a:spLocks noGrp="1"/>
          </p:cNvSpPr>
          <p:nvPr>
            <p:ph type="title"/>
          </p:nvPr>
        </p:nvSpPr>
        <p:spPr>
          <a:xfrm>
            <a:off x="686834" y="1153572"/>
            <a:ext cx="3200400" cy="4461163"/>
          </a:xfrm>
        </p:spPr>
        <p:txBody>
          <a:bodyPr>
            <a:normAutofit/>
          </a:bodyPr>
          <a:lstStyle/>
          <a:p>
            <a:r>
              <a:rPr lang="en-US">
                <a:solidFill>
                  <a:srgbClr val="FFFFFF"/>
                </a:solidFill>
              </a:rPr>
              <a:t>Stress</a:t>
            </a:r>
            <a:endParaRPr lang="en-ID">
              <a:solidFill>
                <a:srgbClr val="FFFFFF"/>
              </a:solidFill>
            </a:endParaRPr>
          </a:p>
        </p:txBody>
      </p:sp>
      <p:sp>
        <p:nvSpPr>
          <p:cNvPr id="52" name="Arc 5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3" name="Content Placeholder 2">
            <a:extLst>
              <a:ext uri="{FF2B5EF4-FFF2-40B4-BE49-F238E27FC236}">
                <a16:creationId xmlns:a16="http://schemas.microsoft.com/office/drawing/2014/main" id="{D726E865-E883-8B5B-7B4D-B747DA8F76DB}"/>
              </a:ext>
            </a:extLst>
          </p:cNvPr>
          <p:cNvSpPr>
            <a:spLocks noGrp="1"/>
          </p:cNvSpPr>
          <p:nvPr>
            <p:ph idx="1"/>
          </p:nvPr>
        </p:nvSpPr>
        <p:spPr>
          <a:xfrm>
            <a:off x="4447308" y="591344"/>
            <a:ext cx="6906491" cy="5585619"/>
          </a:xfrm>
        </p:spPr>
        <p:txBody>
          <a:bodyPr anchor="ctr">
            <a:normAutofit/>
          </a:bodyPr>
          <a:lstStyle/>
          <a:p>
            <a:r>
              <a:rPr lang="en-US"/>
              <a:t> When deforming forces are applied on the body a restoring force is developed inside the body , the restoring force per unit area of the body is called stress the restoring force that is equal to the equal and opposite to the deforming force so stress can also be defined as the deforming force per unit area of the body</a:t>
            </a:r>
          </a:p>
          <a:p>
            <a:pPr marL="0" indent="0">
              <a:buNone/>
            </a:pPr>
            <a:r>
              <a:rPr lang="en-US"/>
              <a:t>   </a:t>
            </a:r>
            <a:r>
              <a:rPr lang="en-US" b="1"/>
              <a:t>Types of Stress :</a:t>
            </a:r>
          </a:p>
          <a:p>
            <a:r>
              <a:rPr lang="en-ID"/>
              <a:t>Normal Stress</a:t>
            </a:r>
          </a:p>
          <a:p>
            <a:r>
              <a:rPr lang="en-ID"/>
              <a:t>Tangential Stress</a:t>
            </a:r>
          </a:p>
          <a:p>
            <a:r>
              <a:rPr lang="en-ID"/>
              <a:t>Bulk Stress</a:t>
            </a:r>
          </a:p>
        </p:txBody>
      </p:sp>
    </p:spTree>
    <p:extLst>
      <p:ext uri="{BB962C8B-B14F-4D97-AF65-F5344CB8AC3E}">
        <p14:creationId xmlns:p14="http://schemas.microsoft.com/office/powerpoint/2010/main" val="3769585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56EC72-52F2-EE5D-8208-DD68C6C82C20}"/>
              </a:ext>
            </a:extLst>
          </p:cNvPr>
          <p:cNvSpPr>
            <a:spLocks noGrp="1"/>
          </p:cNvSpPr>
          <p:nvPr>
            <p:ph type="title"/>
          </p:nvPr>
        </p:nvSpPr>
        <p:spPr>
          <a:xfrm>
            <a:off x="1389278" y="1233241"/>
            <a:ext cx="3240506" cy="4064628"/>
          </a:xfrm>
        </p:spPr>
        <p:txBody>
          <a:bodyPr>
            <a:normAutofit/>
          </a:bodyPr>
          <a:lstStyle/>
          <a:p>
            <a:r>
              <a:rPr lang="en-US">
                <a:solidFill>
                  <a:srgbClr val="FFFFFF"/>
                </a:solidFill>
              </a:rPr>
              <a:t>Normal stress</a:t>
            </a:r>
            <a:endParaRPr lang="en-ID">
              <a:solidFill>
                <a:srgbClr val="FFFFFF"/>
              </a:solidFill>
            </a:endParaRPr>
          </a:p>
        </p:txBody>
      </p:sp>
      <p:sp>
        <p:nvSpPr>
          <p:cNvPr id="21" name="Freeform: Shape 2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7D1ADE1-DCFB-D2EF-71E7-EC8D3C815D0B}"/>
              </a:ext>
            </a:extLst>
          </p:cNvPr>
          <p:cNvSpPr>
            <a:spLocks noGrp="1"/>
          </p:cNvSpPr>
          <p:nvPr>
            <p:ph idx="1"/>
          </p:nvPr>
        </p:nvSpPr>
        <p:spPr>
          <a:xfrm>
            <a:off x="6096000" y="820880"/>
            <a:ext cx="5257799" cy="4889350"/>
          </a:xfrm>
        </p:spPr>
        <p:txBody>
          <a:bodyPr anchor="t">
            <a:normAutofit/>
          </a:bodyPr>
          <a:lstStyle/>
          <a:p>
            <a:r>
              <a:rPr lang="en-US" sz="2400"/>
              <a:t>The stress that acts perpendicular to the surface of the body is known as normal stress . It can further be classified into 2 types.</a:t>
            </a:r>
          </a:p>
          <a:p>
            <a:r>
              <a:rPr lang="en-US" sz="2400"/>
              <a:t>Tensile stress : If there is increase in length of the body in the direction of the force applied , it is known as tensile </a:t>
            </a:r>
            <a:r>
              <a:rPr lang="en-US" sz="2400" err="1"/>
              <a:t>sress</a:t>
            </a:r>
            <a:r>
              <a:rPr lang="en-US" sz="2400"/>
              <a:t> .</a:t>
            </a:r>
          </a:p>
          <a:p>
            <a:r>
              <a:rPr lang="en-US" sz="2400"/>
              <a:t>Compression stress : If there is decrease in length of the body in the direction of the force applied , it is known as compression stress . </a:t>
            </a:r>
          </a:p>
        </p:txBody>
      </p:sp>
      <p:sp>
        <p:nvSpPr>
          <p:cNvPr id="27" name="Freeform: Shape 2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32184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0989F4-6C88-625B-982B-EBE68E2B350A}"/>
              </a:ext>
            </a:extLst>
          </p:cNvPr>
          <p:cNvSpPr>
            <a:spLocks noGrp="1"/>
          </p:cNvSpPr>
          <p:nvPr>
            <p:ph type="title"/>
          </p:nvPr>
        </p:nvSpPr>
        <p:spPr>
          <a:xfrm>
            <a:off x="1171074" y="1396686"/>
            <a:ext cx="3240506" cy="4064628"/>
          </a:xfrm>
        </p:spPr>
        <p:txBody>
          <a:bodyPr>
            <a:normAutofit/>
          </a:bodyPr>
          <a:lstStyle/>
          <a:p>
            <a:r>
              <a:rPr lang="en-US">
                <a:solidFill>
                  <a:srgbClr val="FFFFFF"/>
                </a:solidFill>
              </a:rPr>
              <a:t>Tangential Stress</a:t>
            </a:r>
            <a:endParaRPr lang="en-ID">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849F589-D5A6-018B-2199-0302FD4C2294}"/>
              </a:ext>
            </a:extLst>
          </p:cNvPr>
          <p:cNvSpPr>
            <a:spLocks noGrp="1"/>
          </p:cNvSpPr>
          <p:nvPr>
            <p:ph idx="1"/>
          </p:nvPr>
        </p:nvSpPr>
        <p:spPr>
          <a:xfrm>
            <a:off x="5370153" y="1526033"/>
            <a:ext cx="5536397" cy="3935281"/>
          </a:xfrm>
        </p:spPr>
        <p:txBody>
          <a:bodyPr>
            <a:normAutofit/>
          </a:bodyPr>
          <a:lstStyle/>
          <a:p>
            <a:r>
              <a:rPr lang="en-US" sz="2000"/>
              <a:t>If the deforming force is applied parallel to the surface of the body there is change in shape of the body without change in volume .</a:t>
            </a:r>
          </a:p>
          <a:p>
            <a:r>
              <a:rPr lang="en-US" sz="2000"/>
              <a:t>It is also known  as shearing stress.</a:t>
            </a:r>
          </a:p>
          <a:p>
            <a:pPr marL="0" indent="0">
              <a:buNone/>
            </a:pPr>
            <a:r>
              <a:rPr lang="en-ID" sz="2000">
                <a:latin typeface="+mj-lt"/>
              </a:rPr>
              <a:t>Bulk Stress</a:t>
            </a:r>
          </a:p>
          <a:p>
            <a:r>
              <a:rPr lang="en-US" sz="2000"/>
              <a:t>Bulk stress is the stress experienced by a body when it is subjected to uniform pressure from all directions, usually in a fluid. </a:t>
            </a:r>
          </a:p>
          <a:p>
            <a:r>
              <a:rPr lang="en-US" sz="2000"/>
              <a:t>It causes a change in the volume of the body without changing its shape. </a:t>
            </a:r>
          </a:p>
          <a:p>
            <a:endParaRPr lang="en-ID" sz="2000"/>
          </a:p>
        </p:txBody>
      </p:sp>
    </p:spTree>
    <p:extLst>
      <p:ext uri="{BB962C8B-B14F-4D97-AF65-F5344CB8AC3E}">
        <p14:creationId xmlns:p14="http://schemas.microsoft.com/office/powerpoint/2010/main" val="235539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665D2-3047-38F2-F62B-E4B6521797EA}"/>
              </a:ext>
            </a:extLst>
          </p:cNvPr>
          <p:cNvSpPr>
            <a:spLocks noGrp="1"/>
          </p:cNvSpPr>
          <p:nvPr>
            <p:ph type="title"/>
          </p:nvPr>
        </p:nvSpPr>
        <p:spPr>
          <a:xfrm>
            <a:off x="956826" y="1112969"/>
            <a:ext cx="3937298" cy="4166010"/>
          </a:xfrm>
        </p:spPr>
        <p:txBody>
          <a:bodyPr>
            <a:normAutofit/>
          </a:bodyPr>
          <a:lstStyle/>
          <a:p>
            <a:r>
              <a:rPr lang="en-US">
                <a:solidFill>
                  <a:srgbClr val="FFFFFF"/>
                </a:solidFill>
              </a:rPr>
              <a:t>Strain</a:t>
            </a:r>
            <a:endParaRPr lang="en-ID">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709B93-471E-85A3-52A9-EC33051F0587}"/>
                  </a:ext>
                </a:extLst>
              </p:cNvPr>
              <p:cNvSpPr>
                <a:spLocks noGrp="1"/>
              </p:cNvSpPr>
              <p:nvPr>
                <p:ph idx="1"/>
              </p:nvPr>
            </p:nvSpPr>
            <p:spPr>
              <a:xfrm>
                <a:off x="6096000" y="820880"/>
                <a:ext cx="5257799" cy="4889350"/>
              </a:xfrm>
            </p:spPr>
            <p:txBody>
              <a:bodyPr anchor="t">
                <a:normAutofit/>
              </a:bodyPr>
              <a:lstStyle/>
              <a:p>
                <a:r>
                  <a:rPr lang="en-ID" sz="2400"/>
                  <a:t>Strain is defined as the </a:t>
                </a:r>
                <a:r>
                  <a:rPr lang="en-ID" sz="2400" b="1"/>
                  <a:t>ratio of change in dimension to the original dimension</a:t>
                </a:r>
                <a:r>
                  <a:rPr lang="en-ID" sz="2400"/>
                  <a:t> of a body when a deforming force is applied. </a:t>
                </a:r>
              </a:p>
              <a:p>
                <a:r>
                  <a:rPr lang="en-ID" sz="2400"/>
                  <a:t>It measures the </a:t>
                </a:r>
                <a:r>
                  <a:rPr lang="en-ID" sz="2400" b="1"/>
                  <a:t>deformation produced in a material</a:t>
                </a:r>
                <a:r>
                  <a:rPr lang="en-ID" sz="2400"/>
                  <a:t>. </a:t>
                </a:r>
              </a:p>
              <a:p>
                <a14:m>
                  <m:oMath xmlns:m="http://schemas.openxmlformats.org/officeDocument/2006/math">
                    <m:r>
                      <m:rPr>
                        <m:nor/>
                      </m:rPr>
                      <a:rPr lang="en-ID" sz="2400" b="0"/>
                      <m:t>Strain</m:t>
                    </m:r>
                    <m:r>
                      <a:rPr lang="en-ID" sz="2400">
                        <a:latin typeface="Cambria Math" panose="02040503050406030204" pitchFamily="18" charset="0"/>
                      </a:rPr>
                      <m:t>=</m:t>
                    </m:r>
                    <m:f>
                      <m:fPr>
                        <m:ctrlPr>
                          <a:rPr lang="ar-AE" sz="2400" i="1">
                            <a:latin typeface="Cambria Math" panose="02040503050406030204" pitchFamily="18" charset="0"/>
                          </a:rPr>
                        </m:ctrlPr>
                      </m:fPr>
                      <m:num>
                        <m:r>
                          <m:rPr>
                            <m:nor/>
                          </m:rPr>
                          <a:rPr lang="en-ID" sz="2400" i="1"/>
                          <m:t>Change</m:t>
                        </m:r>
                        <m:r>
                          <m:rPr>
                            <m:nor/>
                          </m:rPr>
                          <a:rPr lang="en-ID" sz="2400" i="1"/>
                          <m:t> </m:t>
                        </m:r>
                        <m:r>
                          <m:rPr>
                            <m:nor/>
                          </m:rPr>
                          <a:rPr lang="en-ID" sz="2400" i="1"/>
                          <m:t>in</m:t>
                        </m:r>
                        <m:r>
                          <m:rPr>
                            <m:nor/>
                          </m:rPr>
                          <a:rPr lang="en-ID" sz="2400" i="1"/>
                          <m:t> </m:t>
                        </m:r>
                        <m:r>
                          <m:rPr>
                            <m:nor/>
                          </m:rPr>
                          <a:rPr lang="en-ID" sz="2400" i="1"/>
                          <m:t>dimension</m:t>
                        </m:r>
                      </m:num>
                      <m:den>
                        <m:r>
                          <m:rPr>
                            <m:nor/>
                          </m:rPr>
                          <a:rPr lang="en-ID" sz="2400" i="1"/>
                          <m:t>Original</m:t>
                        </m:r>
                        <m:r>
                          <m:rPr>
                            <m:nor/>
                          </m:rPr>
                          <a:rPr lang="en-ID" sz="2400" i="1"/>
                          <m:t> </m:t>
                        </m:r>
                        <m:r>
                          <m:rPr>
                            <m:nor/>
                          </m:rPr>
                          <a:rPr lang="en-ID" sz="2400" i="1"/>
                          <m:t>dimension</m:t>
                        </m:r>
                      </m:den>
                    </m:f>
                  </m:oMath>
                </a14:m>
                <a:endParaRPr lang="ar-AE" sz="2400"/>
              </a:p>
              <a:p>
                <a:pPr marL="0" indent="0">
                  <a:buNone/>
                </a:pPr>
                <a:r>
                  <a:rPr lang="en-ID" sz="2400"/>
                  <a:t> Types of strain:</a:t>
                </a:r>
              </a:p>
              <a:p>
                <a:r>
                  <a:rPr lang="en-ID" sz="2400"/>
                  <a:t>Longitudinal strain</a:t>
                </a:r>
              </a:p>
              <a:p>
                <a:r>
                  <a:rPr lang="en-ID" sz="2400"/>
                  <a:t>Volumetric strain</a:t>
                </a:r>
              </a:p>
              <a:p>
                <a:r>
                  <a:rPr lang="en-ID" sz="2400"/>
                  <a:t>Tangential strain</a:t>
                </a:r>
              </a:p>
            </p:txBody>
          </p:sp>
        </mc:Choice>
        <mc:Fallback xmlns="">
          <p:sp>
            <p:nvSpPr>
              <p:cNvPr id="3" name="Content Placeholder 2">
                <a:extLst>
                  <a:ext uri="{FF2B5EF4-FFF2-40B4-BE49-F238E27FC236}">
                    <a16:creationId xmlns:a16="http://schemas.microsoft.com/office/drawing/2014/main" id="{5C709B93-471E-85A3-52A9-EC33051F0587}"/>
                  </a:ext>
                </a:extLst>
              </p:cNvPr>
              <p:cNvSpPr>
                <a:spLocks noGrp="1" noRot="1" noChangeAspect="1" noMove="1" noResize="1" noEditPoints="1" noAdjustHandles="1" noChangeArrowheads="1" noChangeShapeType="1" noTextEdit="1"/>
              </p:cNvSpPr>
              <p:nvPr>
                <p:ph idx="1"/>
              </p:nvPr>
            </p:nvSpPr>
            <p:spPr>
              <a:xfrm>
                <a:off x="6096000" y="820880"/>
                <a:ext cx="5257799" cy="4889350"/>
              </a:xfrm>
              <a:blipFill>
                <a:blip r:embed="rId2"/>
                <a:stretch>
                  <a:fillRect l="-1508" t="-1621" r="-2436"/>
                </a:stretch>
              </a:blipFill>
            </p:spPr>
            <p:txBody>
              <a:bodyPr/>
              <a:lstStyle/>
              <a:p>
                <a:r>
                  <a:rPr lang="en-ID">
                    <a:noFill/>
                  </a:rPr>
                  <a:t> </a:t>
                </a:r>
              </a:p>
            </p:txBody>
          </p:sp>
        </mc:Fallback>
      </mc:AlternateContent>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52242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65BAD9-5901-6260-F6B9-35CD6CE98E4C}"/>
              </a:ext>
            </a:extLst>
          </p:cNvPr>
          <p:cNvSpPr>
            <a:spLocks noGrp="1"/>
          </p:cNvSpPr>
          <p:nvPr>
            <p:ph type="title"/>
          </p:nvPr>
        </p:nvSpPr>
        <p:spPr>
          <a:xfrm>
            <a:off x="686834" y="1153572"/>
            <a:ext cx="3200400" cy="4461163"/>
          </a:xfrm>
        </p:spPr>
        <p:txBody>
          <a:bodyPr>
            <a:normAutofit/>
          </a:bodyPr>
          <a:lstStyle/>
          <a:p>
            <a:r>
              <a:rPr lang="en-US">
                <a:solidFill>
                  <a:srgbClr val="FFFFFF"/>
                </a:solidFill>
              </a:rPr>
              <a:t>Types of strain</a:t>
            </a:r>
            <a:endParaRPr lang="en-ID">
              <a:solidFill>
                <a:srgbClr val="FFFFFF"/>
              </a:solidFill>
            </a:endParaRP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 name="Content Placeholder 2">
            <a:extLst>
              <a:ext uri="{FF2B5EF4-FFF2-40B4-BE49-F238E27FC236}">
                <a16:creationId xmlns:a16="http://schemas.microsoft.com/office/drawing/2014/main" id="{4B80B2BC-CBC5-31B8-D1AF-10490936F4A7}"/>
              </a:ext>
            </a:extLst>
          </p:cNvPr>
          <p:cNvSpPr>
            <a:spLocks noGrp="1"/>
          </p:cNvSpPr>
          <p:nvPr>
            <p:ph idx="1"/>
          </p:nvPr>
        </p:nvSpPr>
        <p:spPr>
          <a:xfrm>
            <a:off x="4447308" y="591344"/>
            <a:ext cx="6906491" cy="5585619"/>
          </a:xfrm>
        </p:spPr>
        <p:txBody>
          <a:bodyPr anchor="ctr">
            <a:normAutofit/>
          </a:bodyPr>
          <a:lstStyle/>
          <a:p>
            <a:r>
              <a:rPr lang="en-US"/>
              <a:t>Longitudinal strain : The change in length per unit original length produced under action of deforming force .</a:t>
            </a:r>
          </a:p>
          <a:p>
            <a:r>
              <a:rPr lang="en-US"/>
              <a:t>Volumetric strain : The change in volume per unit original volume produced under action of deforming force .</a:t>
            </a:r>
          </a:p>
          <a:p>
            <a:r>
              <a:rPr lang="en-US"/>
              <a:t>Tangential strain : The angle through which the face of the body which is perpendicular to the fixed face is turned when it is under shearing stress /</a:t>
            </a:r>
            <a:endParaRPr lang="en-ID"/>
          </a:p>
        </p:txBody>
      </p:sp>
    </p:spTree>
    <p:extLst>
      <p:ext uri="{BB962C8B-B14F-4D97-AF65-F5344CB8AC3E}">
        <p14:creationId xmlns:p14="http://schemas.microsoft.com/office/powerpoint/2010/main" val="126727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9EBC6-0BB0-4576-F843-D72AC941AEE8}"/>
              </a:ext>
            </a:extLst>
          </p:cNvPr>
          <p:cNvSpPr>
            <a:spLocks noGrp="1"/>
          </p:cNvSpPr>
          <p:nvPr>
            <p:ph type="title"/>
          </p:nvPr>
        </p:nvSpPr>
        <p:spPr>
          <a:xfrm>
            <a:off x="1171074" y="1396686"/>
            <a:ext cx="3240506" cy="4064628"/>
          </a:xfrm>
        </p:spPr>
        <p:txBody>
          <a:bodyPr>
            <a:normAutofit/>
          </a:bodyPr>
          <a:lstStyle/>
          <a:p>
            <a:r>
              <a:rPr lang="en-US">
                <a:solidFill>
                  <a:srgbClr val="FFFFFF"/>
                </a:solidFill>
              </a:rPr>
              <a:t>Elasticity and perfectly elastic body</a:t>
            </a:r>
            <a:endParaRPr lang="en-ID">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3DD2C25-71CC-CFF2-674E-B212DC042D94}"/>
              </a:ext>
            </a:extLst>
          </p:cNvPr>
          <p:cNvSpPr>
            <a:spLocks noGrp="1"/>
          </p:cNvSpPr>
          <p:nvPr>
            <p:ph idx="1"/>
          </p:nvPr>
        </p:nvSpPr>
        <p:spPr>
          <a:xfrm>
            <a:off x="5370153" y="1526033"/>
            <a:ext cx="5536397" cy="3935281"/>
          </a:xfrm>
        </p:spPr>
        <p:txBody>
          <a:bodyPr>
            <a:normAutofit/>
          </a:bodyPr>
          <a:lstStyle/>
          <a:p>
            <a:r>
              <a:rPr lang="en-US" sz="1800" b="1"/>
              <a:t>Elasticity </a:t>
            </a:r>
            <a:r>
              <a:rPr lang="en-US" sz="1800"/>
              <a:t>:</a:t>
            </a:r>
          </a:p>
          <a:p>
            <a:r>
              <a:rPr lang="en-US" sz="1800"/>
              <a:t>Elasticity is the property of a material by which it </a:t>
            </a:r>
            <a:r>
              <a:rPr lang="en-US" sz="1800" b="1"/>
              <a:t>regains its original shape and size</a:t>
            </a:r>
            <a:r>
              <a:rPr lang="en-US" sz="1800"/>
              <a:t> after the removal of the deforming force.</a:t>
            </a:r>
          </a:p>
          <a:p>
            <a:r>
              <a:rPr lang="en-US" sz="1800"/>
              <a:t>It occurs due to </a:t>
            </a:r>
            <a:r>
              <a:rPr lang="en-US" sz="1800" b="1"/>
              <a:t>restoring forces between molecules</a:t>
            </a:r>
            <a:r>
              <a:rPr lang="en-US" sz="1800"/>
              <a:t>. </a:t>
            </a:r>
          </a:p>
          <a:p>
            <a:r>
              <a:rPr lang="en-ID" sz="1800" b="1"/>
              <a:t>Perfectly elastic body </a:t>
            </a:r>
            <a:r>
              <a:rPr lang="en-ID" sz="1800"/>
              <a:t>:</a:t>
            </a:r>
          </a:p>
          <a:p>
            <a:r>
              <a:rPr lang="en-US" sz="1800"/>
              <a:t>A perfectly elastic body is an ideal material that </a:t>
            </a:r>
            <a:r>
              <a:rPr lang="en-US" sz="1800" b="1"/>
              <a:t>completely regains its original shape instantly</a:t>
            </a:r>
            <a:r>
              <a:rPr lang="en-US" sz="1800"/>
              <a:t> after the deforming force is removed. In reality, </a:t>
            </a:r>
            <a:r>
              <a:rPr lang="en-US" sz="1800" b="1"/>
              <a:t>no material is perfectly elastic</a:t>
            </a:r>
            <a:r>
              <a:rPr lang="en-US" sz="1800"/>
              <a:t>. The material closest to a perfectly elastic body is </a:t>
            </a:r>
            <a:r>
              <a:rPr lang="en-US" sz="1800" b="1"/>
              <a:t>quartz </a:t>
            </a:r>
            <a:r>
              <a:rPr lang="en-US" sz="1800" b="1" err="1"/>
              <a:t>fibre</a:t>
            </a:r>
            <a:r>
              <a:rPr lang="en-US" sz="1800"/>
              <a:t>.</a:t>
            </a:r>
          </a:p>
          <a:p>
            <a:endParaRPr lang="en-ID" sz="1800" b="1"/>
          </a:p>
        </p:txBody>
      </p:sp>
    </p:spTree>
    <p:extLst>
      <p:ext uri="{BB962C8B-B14F-4D97-AF65-F5344CB8AC3E}">
        <p14:creationId xmlns:p14="http://schemas.microsoft.com/office/powerpoint/2010/main" val="2018864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BCD840-1203-3F40-532D-3C2465CE1E3E}"/>
              </a:ext>
            </a:extLst>
          </p:cNvPr>
          <p:cNvSpPr>
            <a:spLocks noGrp="1"/>
          </p:cNvSpPr>
          <p:nvPr>
            <p:ph type="title"/>
          </p:nvPr>
        </p:nvSpPr>
        <p:spPr>
          <a:xfrm>
            <a:off x="645065" y="1463040"/>
            <a:ext cx="3796306" cy="2690949"/>
          </a:xfrm>
        </p:spPr>
        <p:txBody>
          <a:bodyPr anchor="t">
            <a:normAutofit/>
          </a:bodyPr>
          <a:lstStyle/>
          <a:p>
            <a:r>
              <a:rPr lang="en-US" sz="4800"/>
              <a:t>Hookes Law </a:t>
            </a:r>
            <a:endParaRPr lang="en-ID" sz="4800"/>
          </a:p>
        </p:txBody>
      </p:sp>
      <p:grpSp>
        <p:nvGrpSpPr>
          <p:cNvPr id="27" name="Group 26">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8" name="Rectangle 2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6D239D-18F5-D395-72B0-09628711A0C0}"/>
                  </a:ext>
                </a:extLst>
              </p:cNvPr>
              <p:cNvSpPr>
                <a:spLocks noGrp="1"/>
              </p:cNvSpPr>
              <p:nvPr>
                <p:ph idx="1"/>
              </p:nvPr>
            </p:nvSpPr>
            <p:spPr>
              <a:xfrm>
                <a:off x="5656218" y="1463039"/>
                <a:ext cx="5542387" cy="4300447"/>
              </a:xfrm>
            </p:spPr>
            <p:txBody>
              <a:bodyPr anchor="t">
                <a:normAutofit/>
              </a:bodyPr>
              <a:lstStyle/>
              <a:p>
                <a:r>
                  <a:rPr lang="en-US" sz="2000"/>
                  <a:t>Hooke’s law states that </a:t>
                </a:r>
                <a:r>
                  <a:rPr lang="en-US" sz="2000" b="1"/>
                  <a:t>within the elastic limit</a:t>
                </a:r>
                <a:r>
                  <a:rPr lang="en-US" sz="2000"/>
                  <a:t>, the </a:t>
                </a:r>
                <a:r>
                  <a:rPr lang="en-US" sz="2000" b="1"/>
                  <a:t>extension produced in a body is directly proportional to the applied force</a:t>
                </a:r>
                <a:r>
                  <a:rPr lang="en-US" sz="2000"/>
                  <a:t>.</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𝐹</m:t>
                      </m:r>
                      <m:r>
                        <a:rPr lang="en-US" sz="2000">
                          <a:latin typeface="Cambria Math" panose="02040503050406030204" pitchFamily="18" charset="0"/>
                        </a:rPr>
                        <m:t>∝</m:t>
                      </m:r>
                      <m:r>
                        <a:rPr lang="en-US" sz="2000" i="1">
                          <a:latin typeface="Cambria Math" panose="02040503050406030204" pitchFamily="18" charset="0"/>
                        </a:rPr>
                        <m:t>𝑥</m:t>
                      </m:r>
                    </m:oMath>
                  </m:oMathPara>
                </a14:m>
                <a:endParaRPr lang="en-US" sz="2000"/>
              </a:p>
              <a:p>
                <a:r>
                  <a:rPr lang="en-US" sz="2000" b="1"/>
                  <a:t>In terms of Stress and Strain (Young’s form)</a:t>
                </a:r>
              </a:p>
              <a:p>
                <a:r>
                  <a:rPr lang="en-US" sz="2000"/>
                  <a:t>Within the elastic limit, </a:t>
                </a:r>
                <a:r>
                  <a:rPr lang="en-US" sz="2000" b="1"/>
                  <a:t>stress is directly proportional to strain</a:t>
                </a:r>
                <a:r>
                  <a:rPr lang="en-US" sz="2000"/>
                  <a:t>.</a:t>
                </a:r>
              </a:p>
              <a:p>
                <a14:m>
                  <m:oMath xmlns:m="http://schemas.openxmlformats.org/officeDocument/2006/math">
                    <m:r>
                      <m:rPr>
                        <m:nor/>
                      </m:rPr>
                      <a:rPr lang="en-US" sz="2000" b="0"/>
                      <m:t>Stress</m:t>
                    </m:r>
                    <m:r>
                      <a:rPr lang="en-US" sz="2000">
                        <a:latin typeface="Cambria Math" panose="02040503050406030204" pitchFamily="18" charset="0"/>
                      </a:rPr>
                      <m:t>∝</m:t>
                    </m:r>
                    <m:r>
                      <m:rPr>
                        <m:nor/>
                      </m:rPr>
                      <a:rPr lang="en-US" sz="2000" i="1"/>
                      <m:t>Strain</m:t>
                    </m:r>
                  </m:oMath>
                </a14:m>
                <a:endParaRPr lang="en-US" sz="2000"/>
              </a:p>
              <a:p>
                <a:r>
                  <a:rPr lang="en-US" sz="2000"/>
                  <a:t>So,</a:t>
                </a:r>
                <a:br>
                  <a:rPr lang="en-US" sz="2000"/>
                </a:br>
                <a14:m>
                  <m:oMath xmlns:m="http://schemas.openxmlformats.org/officeDocument/2006/math">
                    <m:r>
                      <m:rPr>
                        <m:nor/>
                      </m:rPr>
                      <a:rPr lang="en-US" sz="2000" b="0"/>
                      <m:t>Stress</m:t>
                    </m:r>
                    <m:r>
                      <a:rPr lang="en-US" sz="2000">
                        <a:latin typeface="Cambria Math" panose="02040503050406030204" pitchFamily="18" charset="0"/>
                      </a:rPr>
                      <m:t>=</m:t>
                    </m:r>
                    <m:r>
                      <a:rPr lang="en-US" sz="2000" i="1">
                        <a:latin typeface="Cambria Math" panose="02040503050406030204" pitchFamily="18" charset="0"/>
                      </a:rPr>
                      <m:t>𝑌</m:t>
                    </m:r>
                    <m:r>
                      <a:rPr lang="en-US" sz="2000">
                        <a:latin typeface="Cambria Math" panose="02040503050406030204" pitchFamily="18" charset="0"/>
                      </a:rPr>
                      <m:t>×</m:t>
                    </m:r>
                    <m:r>
                      <m:rPr>
                        <m:nor/>
                      </m:rPr>
                      <a:rPr lang="en-US" sz="2000" i="1"/>
                      <m:t>Strain</m:t>
                    </m:r>
                  </m:oMath>
                </a14:m>
                <a:endParaRPr lang="en-US" sz="2000"/>
              </a:p>
              <a:p>
                <a:r>
                  <a:rPr lang="en-US" sz="2000"/>
                  <a:t>Where </a:t>
                </a:r>
                <a:r>
                  <a:rPr lang="en-US" sz="2000" b="1"/>
                  <a:t>Y = Young’s Modulus of Elasticity</a:t>
                </a:r>
                <a:endParaRPr lang="en-US" sz="2000"/>
              </a:p>
              <a:p>
                <a:endParaRPr lang="en-ID" sz="2000"/>
              </a:p>
            </p:txBody>
          </p:sp>
        </mc:Choice>
        <mc:Fallback xmlns="">
          <p:sp>
            <p:nvSpPr>
              <p:cNvPr id="3" name="Content Placeholder 2">
                <a:extLst>
                  <a:ext uri="{FF2B5EF4-FFF2-40B4-BE49-F238E27FC236}">
                    <a16:creationId xmlns:a16="http://schemas.microsoft.com/office/drawing/2014/main" id="{EC6D239D-18F5-D395-72B0-09628711A0C0}"/>
                  </a:ext>
                </a:extLst>
              </p:cNvPr>
              <p:cNvSpPr>
                <a:spLocks noGrp="1" noRot="1" noChangeAspect="1" noMove="1" noResize="1" noEditPoints="1" noAdjustHandles="1" noChangeArrowheads="1" noChangeShapeType="1" noTextEdit="1"/>
              </p:cNvSpPr>
              <p:nvPr>
                <p:ph idx="1"/>
              </p:nvPr>
            </p:nvSpPr>
            <p:spPr>
              <a:xfrm>
                <a:off x="5656218" y="1463039"/>
                <a:ext cx="5542387" cy="4300447"/>
              </a:xfrm>
              <a:blipFill>
                <a:blip r:embed="rId2"/>
                <a:stretch>
                  <a:fillRect l="-990" t="-1277"/>
                </a:stretch>
              </a:blipFill>
            </p:spPr>
            <p:txBody>
              <a:bodyPr/>
              <a:lstStyle/>
              <a:p>
                <a:r>
                  <a:rPr lang="en-ID">
                    <a:noFill/>
                  </a:rPr>
                  <a:t> </a:t>
                </a:r>
              </a:p>
            </p:txBody>
          </p:sp>
        </mc:Fallback>
      </mc:AlternateContent>
    </p:spTree>
    <p:extLst>
      <p:ext uri="{BB962C8B-B14F-4D97-AF65-F5344CB8AC3E}">
        <p14:creationId xmlns:p14="http://schemas.microsoft.com/office/powerpoint/2010/main" val="4030087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9FFB23-E89C-14A3-2385-9A41B9CE9A67}"/>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Stress and strain curve</a:t>
            </a:r>
          </a:p>
        </p:txBody>
      </p:sp>
      <p:pic>
        <p:nvPicPr>
          <p:cNvPr id="5" name="Content Placeholder 4">
            <a:extLst>
              <a:ext uri="{FF2B5EF4-FFF2-40B4-BE49-F238E27FC236}">
                <a16:creationId xmlns:a16="http://schemas.microsoft.com/office/drawing/2014/main" id="{361ADDC0-FF92-D776-2D7C-FC27800A09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1647902"/>
            <a:ext cx="6780700" cy="3559867"/>
          </a:xfrm>
          <a:prstGeom prst="rect">
            <a:avLst/>
          </a:prstGeom>
        </p:spPr>
      </p:pic>
    </p:spTree>
    <p:extLst>
      <p:ext uri="{BB962C8B-B14F-4D97-AF65-F5344CB8AC3E}">
        <p14:creationId xmlns:p14="http://schemas.microsoft.com/office/powerpoint/2010/main" val="3712466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3" name="Rectangle 62">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454D61-6F14-862F-FAD0-63E44FC19825}"/>
              </a:ext>
            </a:extLst>
          </p:cNvPr>
          <p:cNvSpPr>
            <a:spLocks noGrp="1"/>
          </p:cNvSpPr>
          <p:nvPr>
            <p:ph type="title"/>
          </p:nvPr>
        </p:nvSpPr>
        <p:spPr>
          <a:xfrm>
            <a:off x="6803409" y="762001"/>
            <a:ext cx="4156512" cy="1708244"/>
          </a:xfrm>
        </p:spPr>
        <p:txBody>
          <a:bodyPr anchor="ctr">
            <a:normAutofit/>
          </a:bodyPr>
          <a:lstStyle/>
          <a:p>
            <a:r>
              <a:rPr lang="en-US" sz="4000"/>
              <a:t>Elastic moduli </a:t>
            </a:r>
            <a:endParaRPr lang="en-ID" sz="4000"/>
          </a:p>
        </p:txBody>
      </p:sp>
      <p:pic>
        <p:nvPicPr>
          <p:cNvPr id="64" name="Picture 63" descr="Red threads and scribbles">
            <a:extLst>
              <a:ext uri="{FF2B5EF4-FFF2-40B4-BE49-F238E27FC236}">
                <a16:creationId xmlns:a16="http://schemas.microsoft.com/office/drawing/2014/main" id="{7EAE746B-F579-EC92-27D6-C135F588EFBB}"/>
              </a:ext>
            </a:extLst>
          </p:cNvPr>
          <p:cNvPicPr>
            <a:picLocks noChangeAspect="1"/>
          </p:cNvPicPr>
          <p:nvPr/>
        </p:nvPicPr>
        <p:blipFill>
          <a:blip r:embed="rId2"/>
          <a:srcRect l="14881" r="29118" b="-1"/>
          <a:stretch>
            <a:fillRect/>
          </a:stretch>
        </p:blipFill>
        <p:spPr>
          <a:xfrm>
            <a:off x="-1" y="-2"/>
            <a:ext cx="6096001" cy="6858002"/>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467221-A12B-1FC5-B631-31AAE712F929}"/>
                  </a:ext>
                </a:extLst>
              </p:cNvPr>
              <p:cNvSpPr>
                <a:spLocks noGrp="1"/>
              </p:cNvSpPr>
              <p:nvPr>
                <p:ph idx="1"/>
              </p:nvPr>
            </p:nvSpPr>
            <p:spPr>
              <a:xfrm>
                <a:off x="6803409" y="2470245"/>
                <a:ext cx="4156512" cy="3769835"/>
              </a:xfrm>
            </p:spPr>
            <p:txBody>
              <a:bodyPr anchor="ctr">
                <a:normAutofit/>
              </a:bodyPr>
              <a:lstStyle/>
              <a:p>
                <a:r>
                  <a:rPr lang="en-US" sz="2000" dirty="0"/>
                  <a:t>Elastic moduli are the </a:t>
                </a:r>
                <a:r>
                  <a:rPr lang="en-US" sz="2000" b="1" dirty="0"/>
                  <a:t>ratios of stress to corresponding strain</a:t>
                </a:r>
                <a:r>
                  <a:rPr lang="en-US" sz="2000" dirty="0"/>
                  <a:t> within the elastic limit.</a:t>
                </a:r>
                <a:br>
                  <a:rPr lang="en-US" sz="2000" dirty="0"/>
                </a:br>
                <a:r>
                  <a:rPr lang="en-US" sz="2000" dirty="0"/>
                  <a:t>They measure the </a:t>
                </a:r>
                <a:r>
                  <a:rPr lang="en-US" sz="2000" b="1" dirty="0"/>
                  <a:t>stiffness of a material</a:t>
                </a:r>
                <a:r>
                  <a:rPr lang="en-US" sz="2000" dirty="0"/>
                  <a:t>.</a:t>
                </a:r>
              </a:p>
              <a:p>
                <a:r>
                  <a:rPr lang="en-ID" sz="2000" dirty="0"/>
                  <a:t>Elastic Modulus=</a:t>
                </a:r>
                <a14:m>
                  <m:oMath xmlns:m="http://schemas.openxmlformats.org/officeDocument/2006/math">
                    <m:f>
                      <m:fPr>
                        <m:ctrlPr>
                          <a:rPr lang="en-ID" sz="2000" i="1">
                            <a:latin typeface="Cambria Math" panose="02040503050406030204" pitchFamily="18" charset="0"/>
                          </a:rPr>
                        </m:ctrlPr>
                      </m:fPr>
                      <m:num>
                        <m:r>
                          <a:rPr lang="en-US" sz="2000" b="0" i="1">
                            <a:latin typeface="Cambria Math" panose="02040503050406030204" pitchFamily="18" charset="0"/>
                          </a:rPr>
                          <m:t>𝑠𝑡𝑟𝑒𝑠𝑠</m:t>
                        </m:r>
                      </m:num>
                      <m:den>
                        <m:r>
                          <a:rPr lang="en-US" sz="2000" b="0" i="1">
                            <a:latin typeface="Cambria Math" panose="02040503050406030204" pitchFamily="18" charset="0"/>
                          </a:rPr>
                          <m:t>𝑠𝑡𝑟𝑎𝑖𝑛</m:t>
                        </m:r>
                      </m:den>
                    </m:f>
                  </m:oMath>
                </a14:m>
                <a:endParaRPr lang="en-ID" sz="2000" dirty="0"/>
              </a:p>
              <a:p>
                <a:r>
                  <a:rPr lang="en-ID" sz="2000" dirty="0"/>
                  <a:t>It is of 3 types :</a:t>
                </a:r>
              </a:p>
              <a:p>
                <a:r>
                  <a:rPr lang="en-ID" sz="2000" dirty="0"/>
                  <a:t>Young’s modulus</a:t>
                </a:r>
              </a:p>
              <a:p>
                <a:r>
                  <a:rPr lang="en-ID" sz="2000" dirty="0"/>
                  <a:t>Bulk modulus </a:t>
                </a:r>
              </a:p>
              <a:p>
                <a:r>
                  <a:rPr lang="en-ID" sz="2000" dirty="0"/>
                  <a:t>Shear modulus</a:t>
                </a:r>
              </a:p>
              <a:p>
                <a:pPr marL="0" indent="0">
                  <a:buNone/>
                </a:pPr>
                <a:endParaRPr lang="en-ID" sz="2000" dirty="0"/>
              </a:p>
            </p:txBody>
          </p:sp>
        </mc:Choice>
        <mc:Fallback xmlns="">
          <p:sp>
            <p:nvSpPr>
              <p:cNvPr id="3" name="Content Placeholder 2">
                <a:extLst>
                  <a:ext uri="{FF2B5EF4-FFF2-40B4-BE49-F238E27FC236}">
                    <a16:creationId xmlns:a16="http://schemas.microsoft.com/office/drawing/2014/main" id="{71467221-A12B-1FC5-B631-31AAE712F929}"/>
                  </a:ext>
                </a:extLst>
              </p:cNvPr>
              <p:cNvSpPr>
                <a:spLocks noGrp="1" noRot="1" noChangeAspect="1" noMove="1" noResize="1" noEditPoints="1" noAdjustHandles="1" noChangeArrowheads="1" noChangeShapeType="1" noTextEdit="1"/>
              </p:cNvSpPr>
              <p:nvPr>
                <p:ph idx="1"/>
              </p:nvPr>
            </p:nvSpPr>
            <p:spPr>
              <a:xfrm>
                <a:off x="6803409" y="2470245"/>
                <a:ext cx="4156512" cy="3769835"/>
              </a:xfrm>
              <a:blipFill>
                <a:blip r:embed="rId3"/>
                <a:stretch>
                  <a:fillRect l="-1320" t="-4362"/>
                </a:stretch>
              </a:blipFill>
            </p:spPr>
            <p:txBody>
              <a:bodyPr/>
              <a:lstStyle/>
              <a:p>
                <a:r>
                  <a:rPr lang="en-ID">
                    <a:noFill/>
                  </a:rPr>
                  <a:t> </a:t>
                </a:r>
              </a:p>
            </p:txBody>
          </p:sp>
        </mc:Fallback>
      </mc:AlternateContent>
    </p:spTree>
    <p:extLst>
      <p:ext uri="{BB962C8B-B14F-4D97-AF65-F5344CB8AC3E}">
        <p14:creationId xmlns:p14="http://schemas.microsoft.com/office/powerpoint/2010/main" val="1282240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D68A79A-9633-973E-22B1-0819C5900632}"/>
              </a:ext>
            </a:extLst>
          </p:cNvPr>
          <p:cNvSpPr>
            <a:spLocks noGrp="1"/>
          </p:cNvSpPr>
          <p:nvPr>
            <p:ph type="title"/>
          </p:nvPr>
        </p:nvSpPr>
        <p:spPr>
          <a:xfrm>
            <a:off x="838200" y="365125"/>
            <a:ext cx="10515600" cy="1325563"/>
          </a:xfrm>
        </p:spPr>
        <p:txBody>
          <a:bodyPr>
            <a:normAutofit/>
          </a:bodyPr>
          <a:lstStyle/>
          <a:p>
            <a:r>
              <a:rPr lang="en-US"/>
              <a:t>Youngs modulus</a:t>
            </a:r>
            <a:endParaRPr lang="en-ID" dirty="0"/>
          </a:p>
        </p:txBody>
      </p:sp>
      <p:sp>
        <p:nvSpPr>
          <p:cNvPr id="17" name="Arc 1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B742EA-6E49-F25B-2771-D07A4DB58DF8}"/>
                  </a:ext>
                </a:extLst>
              </p:cNvPr>
              <p:cNvSpPr>
                <a:spLocks noGrp="1"/>
              </p:cNvSpPr>
              <p:nvPr>
                <p:ph idx="1"/>
              </p:nvPr>
            </p:nvSpPr>
            <p:spPr>
              <a:xfrm>
                <a:off x="838200" y="1825625"/>
                <a:ext cx="10515600" cy="4351338"/>
              </a:xfrm>
            </p:spPr>
            <p:txBody>
              <a:bodyPr>
                <a:normAutofit lnSpcReduction="10000"/>
              </a:bodyPr>
              <a:lstStyle/>
              <a:p>
                <a:r>
                  <a:rPr lang="en-ID" sz="1800" dirty="0"/>
                  <a:t>Young’s modulus is defined as the </a:t>
                </a:r>
                <a:r>
                  <a:rPr lang="en-ID" sz="1800" b="1" dirty="0"/>
                  <a:t>ratio of normal stress to longitudinal strain</a:t>
                </a:r>
                <a:r>
                  <a:rPr lang="en-ID" sz="1800" dirty="0"/>
                  <a:t> within the elastic limit of a material.</a:t>
                </a:r>
              </a:p>
              <a:p>
                <a14:m>
                  <m:oMath xmlns:m="http://schemas.openxmlformats.org/officeDocument/2006/math">
                    <m:r>
                      <a:rPr lang="en-ID" sz="1800" i="1">
                        <a:latin typeface="Cambria Math" panose="02040503050406030204" pitchFamily="18" charset="0"/>
                      </a:rPr>
                      <m:t>𝑌</m:t>
                    </m:r>
                    <m:r>
                      <a:rPr lang="en-ID" sz="1800">
                        <a:latin typeface="Cambria Math" panose="02040503050406030204" pitchFamily="18" charset="0"/>
                      </a:rPr>
                      <m:t>=</m:t>
                    </m:r>
                    <m:f>
                      <m:fPr>
                        <m:ctrlPr>
                          <a:rPr lang="ar-AE" sz="1800" i="1">
                            <a:latin typeface="Cambria Math" panose="02040503050406030204" pitchFamily="18" charset="0"/>
                          </a:rPr>
                        </m:ctrlPr>
                      </m:fPr>
                      <m:num>
                        <m:r>
                          <m:rPr>
                            <m:nor/>
                          </m:rPr>
                          <a:rPr lang="en-US" sz="1800" b="0" i="1" smtClean="0"/>
                          <m:t>Normal</m:t>
                        </m:r>
                        <m:r>
                          <m:rPr>
                            <m:nor/>
                          </m:rPr>
                          <a:rPr lang="en-US" sz="1800" b="0" i="1" smtClean="0"/>
                          <m:t> </m:t>
                        </m:r>
                        <m:r>
                          <m:rPr>
                            <m:nor/>
                          </m:rPr>
                          <a:rPr lang="en-ID" sz="1800" i="1"/>
                          <m:t>Stress</m:t>
                        </m:r>
                      </m:num>
                      <m:den>
                        <m:r>
                          <m:rPr>
                            <m:nor/>
                          </m:rPr>
                          <a:rPr lang="en-ID" sz="1800" i="1"/>
                          <m:t>Longitudinal</m:t>
                        </m:r>
                        <m:r>
                          <m:rPr>
                            <m:nor/>
                          </m:rPr>
                          <a:rPr lang="en-ID" sz="1800" i="1"/>
                          <m:t> </m:t>
                        </m:r>
                        <m:r>
                          <m:rPr>
                            <m:nor/>
                          </m:rPr>
                          <a:rPr lang="en-ID" sz="1800" i="1"/>
                          <m:t>Strain</m:t>
                        </m:r>
                      </m:den>
                    </m:f>
                  </m:oMath>
                </a14:m>
                <a:endParaRPr lang="ar-AE" sz="1800" dirty="0"/>
              </a:p>
              <a:p>
                <a:pPr marL="0" indent="0">
                  <a:buNone/>
                </a:pPr>
                <a:r>
                  <a:rPr lang="en-US" sz="1800" dirty="0"/>
                  <a:t>	</a:t>
                </a:r>
                <a:br>
                  <a:rPr lang="ar-AE" sz="1800" dirty="0"/>
                </a:br>
                <a:endParaRPr lang="ar-AE" sz="1800" dirty="0"/>
              </a:p>
              <a:p>
                <a:pPr marL="0" indent="0">
                  <a:buNone/>
                </a:pPr>
                <a:r>
                  <a:rPr lang="en-ID" sz="1800" b="1" dirty="0"/>
                  <a:t>     Explanation</a:t>
                </a:r>
              </a:p>
              <a:p>
                <a:r>
                  <a:rPr lang="en-ID" sz="1800" dirty="0"/>
                  <a:t>It measures the </a:t>
                </a:r>
                <a:r>
                  <a:rPr lang="en-ID" sz="1800" b="1" dirty="0"/>
                  <a:t>resistance of a material to change in length</a:t>
                </a:r>
                <a:r>
                  <a:rPr lang="en-ID" sz="1800" dirty="0"/>
                  <a:t> when a tensile or compressive force is applied. </a:t>
                </a:r>
              </a:p>
              <a:p>
                <a:r>
                  <a:rPr lang="en-ID" sz="1800" dirty="0"/>
                  <a:t>It tells us how </a:t>
                </a:r>
                <a:r>
                  <a:rPr lang="en-ID" sz="1800" b="1" dirty="0"/>
                  <a:t>stiff or elastic</a:t>
                </a:r>
                <a:r>
                  <a:rPr lang="en-ID" sz="1800" dirty="0"/>
                  <a:t> a material is in stretching. </a:t>
                </a:r>
              </a:p>
              <a:p>
                <a:pPr marL="0" indent="0">
                  <a:buNone/>
                </a:pPr>
                <a:br>
                  <a:rPr lang="en-ID" sz="1800" dirty="0"/>
                </a:br>
                <a:endParaRPr lang="en-ID" sz="1800" dirty="0"/>
              </a:p>
              <a:p>
                <a:pPr marL="0" indent="0">
                  <a:buNone/>
                </a:pPr>
                <a:r>
                  <a:rPr lang="en-ID" sz="1800" b="1" dirty="0"/>
                  <a:t>    Key Point</a:t>
                </a:r>
              </a:p>
              <a:p>
                <a:r>
                  <a:rPr lang="en-ID" sz="1800" dirty="0"/>
                  <a:t>Higher Young’s modulus → material is </a:t>
                </a:r>
                <a:r>
                  <a:rPr lang="en-ID" sz="1800" b="1" dirty="0"/>
                  <a:t>more rigid and less stretchable</a:t>
                </a:r>
                <a:r>
                  <a:rPr lang="en-ID" sz="1800" dirty="0"/>
                  <a:t> </a:t>
                </a:r>
              </a:p>
              <a:p>
                <a:endParaRPr lang="en-ID" sz="1500" dirty="0"/>
              </a:p>
            </p:txBody>
          </p:sp>
        </mc:Choice>
        <mc:Fallback>
          <p:sp>
            <p:nvSpPr>
              <p:cNvPr id="3" name="Content Placeholder 2">
                <a:extLst>
                  <a:ext uri="{FF2B5EF4-FFF2-40B4-BE49-F238E27FC236}">
                    <a16:creationId xmlns:a16="http://schemas.microsoft.com/office/drawing/2014/main" id="{CBB742EA-6E49-F25B-2771-D07A4DB58DF8}"/>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406" t="-1681"/>
                </a:stretch>
              </a:blipFill>
            </p:spPr>
            <p:txBody>
              <a:bodyPr/>
              <a:lstStyle/>
              <a:p>
                <a:r>
                  <a:rPr lang="en-ID">
                    <a:noFill/>
                  </a:rPr>
                  <a:t> </a:t>
                </a:r>
              </a:p>
            </p:txBody>
          </p:sp>
        </mc:Fallback>
      </mc:AlternateContent>
    </p:spTree>
    <p:extLst>
      <p:ext uri="{BB962C8B-B14F-4D97-AF65-F5344CB8AC3E}">
        <p14:creationId xmlns:p14="http://schemas.microsoft.com/office/powerpoint/2010/main" val="3727057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49402131-7A63-F220-180E-A81ACBC8DFC5}"/>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Bulk Modulus</a:t>
            </a:r>
            <a:endParaRPr lang="en-ID" sz="800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A64CA6E-74F4-2D02-2033-8A1029BB466E}"/>
                  </a:ext>
                </a:extLst>
              </p:cNvPr>
              <p:cNvSpPr>
                <a:spLocks noGrp="1"/>
              </p:cNvSpPr>
              <p:nvPr>
                <p:ph idx="1"/>
              </p:nvPr>
            </p:nvSpPr>
            <p:spPr>
              <a:xfrm>
                <a:off x="6297233" y="518400"/>
                <a:ext cx="4771607" cy="5837949"/>
              </a:xfrm>
            </p:spPr>
            <p:txBody>
              <a:bodyPr anchor="ctr">
                <a:normAutofit/>
              </a:bodyPr>
              <a:lstStyle/>
              <a:p>
                <a:r>
                  <a:rPr lang="en-ID" sz="1900" b="1" dirty="0">
                    <a:solidFill>
                      <a:schemeClr val="tx1">
                        <a:alpha val="80000"/>
                      </a:schemeClr>
                    </a:solidFill>
                  </a:rPr>
                  <a:t>Definition</a:t>
                </a:r>
              </a:p>
              <a:p>
                <a:r>
                  <a:rPr lang="en-ID" sz="1900" dirty="0">
                    <a:solidFill>
                      <a:schemeClr val="tx1">
                        <a:alpha val="80000"/>
                      </a:schemeClr>
                    </a:solidFill>
                  </a:rPr>
                  <a:t>Bulk modulus is defined as the </a:t>
                </a:r>
                <a:r>
                  <a:rPr lang="en-ID" sz="1900" b="1" dirty="0">
                    <a:solidFill>
                      <a:schemeClr val="tx1">
                        <a:alpha val="80000"/>
                      </a:schemeClr>
                    </a:solidFill>
                  </a:rPr>
                  <a:t>ratio of normal stress to volumetric strain</a:t>
                </a:r>
                <a:r>
                  <a:rPr lang="en-ID" sz="1900" dirty="0">
                    <a:solidFill>
                      <a:schemeClr val="tx1">
                        <a:alpha val="80000"/>
                      </a:schemeClr>
                    </a:solidFill>
                  </a:rPr>
                  <a:t>.</a:t>
                </a:r>
              </a:p>
              <a:p>
                <a14:m>
                  <m:oMath xmlns:m="http://schemas.openxmlformats.org/officeDocument/2006/math">
                    <m:r>
                      <a:rPr lang="en-ID" sz="1900" i="1">
                        <a:solidFill>
                          <a:schemeClr val="tx1">
                            <a:alpha val="80000"/>
                          </a:schemeClr>
                        </a:solidFill>
                        <a:latin typeface="Cambria Math" panose="02040503050406030204" pitchFamily="18" charset="0"/>
                      </a:rPr>
                      <m:t>𝐾</m:t>
                    </m:r>
                    <m:r>
                      <a:rPr lang="en-ID" sz="1900">
                        <a:solidFill>
                          <a:schemeClr val="tx1">
                            <a:alpha val="80000"/>
                          </a:schemeClr>
                        </a:solidFill>
                        <a:latin typeface="Cambria Math" panose="02040503050406030204" pitchFamily="18" charset="0"/>
                      </a:rPr>
                      <m:t>=</m:t>
                    </m:r>
                    <m:f>
                      <m:fPr>
                        <m:ctrlPr>
                          <a:rPr lang="ar-AE" sz="1900" i="1">
                            <a:solidFill>
                              <a:schemeClr val="tx1">
                                <a:alpha val="80000"/>
                              </a:schemeClr>
                            </a:solidFill>
                            <a:latin typeface="Cambria Math" panose="02040503050406030204" pitchFamily="18" charset="0"/>
                          </a:rPr>
                        </m:ctrlPr>
                      </m:fPr>
                      <m:num>
                        <m:r>
                          <m:rPr>
                            <m:nor/>
                          </m:rPr>
                          <a:rPr lang="en-US" sz="1900" b="0" i="1" smtClean="0">
                            <a:solidFill>
                              <a:schemeClr val="tx1">
                                <a:alpha val="80000"/>
                              </a:schemeClr>
                            </a:solidFill>
                            <a:latin typeface="Cambria Math" panose="02040503050406030204" pitchFamily="18" charset="0"/>
                          </a:rPr>
                          <m:t>Normal</m:t>
                        </m:r>
                        <m:r>
                          <m:rPr>
                            <m:nor/>
                          </m:rPr>
                          <a:rPr lang="en-US" sz="1900" b="0" i="1" smtClean="0">
                            <a:solidFill>
                              <a:schemeClr val="tx1">
                                <a:alpha val="80000"/>
                              </a:schemeClr>
                            </a:solidFill>
                            <a:latin typeface="Cambria Math" panose="02040503050406030204" pitchFamily="18" charset="0"/>
                          </a:rPr>
                          <m:t> </m:t>
                        </m:r>
                        <m:r>
                          <m:rPr>
                            <m:nor/>
                          </m:rPr>
                          <a:rPr lang="en-ID" sz="1900" i="1">
                            <a:solidFill>
                              <a:schemeClr val="tx1">
                                <a:alpha val="80000"/>
                              </a:schemeClr>
                            </a:solidFill>
                          </a:rPr>
                          <m:t>Stress</m:t>
                        </m:r>
                      </m:num>
                      <m:den>
                        <m:r>
                          <m:rPr>
                            <m:nor/>
                          </m:rPr>
                          <a:rPr lang="en-ID" sz="1900" i="1">
                            <a:solidFill>
                              <a:schemeClr val="tx1">
                                <a:alpha val="80000"/>
                              </a:schemeClr>
                            </a:solidFill>
                          </a:rPr>
                          <m:t>Volumetric</m:t>
                        </m:r>
                        <m:r>
                          <m:rPr>
                            <m:nor/>
                          </m:rPr>
                          <a:rPr lang="en-ID" sz="1900" i="1">
                            <a:solidFill>
                              <a:schemeClr val="tx1">
                                <a:alpha val="80000"/>
                              </a:schemeClr>
                            </a:solidFill>
                          </a:rPr>
                          <m:t> </m:t>
                        </m:r>
                        <m:r>
                          <m:rPr>
                            <m:nor/>
                          </m:rPr>
                          <a:rPr lang="en-ID" sz="1900" i="1">
                            <a:solidFill>
                              <a:schemeClr val="tx1">
                                <a:alpha val="80000"/>
                              </a:schemeClr>
                            </a:solidFill>
                          </a:rPr>
                          <m:t>Strain</m:t>
                        </m:r>
                      </m:den>
                    </m:f>
                  </m:oMath>
                </a14:m>
                <a:endParaRPr lang="ar-AE" sz="1900" dirty="0">
                  <a:solidFill>
                    <a:schemeClr val="tx1">
                      <a:alpha val="80000"/>
                    </a:schemeClr>
                  </a:solidFill>
                </a:endParaRPr>
              </a:p>
              <a:p>
                <a:pPr marL="0" indent="0">
                  <a:buNone/>
                </a:pPr>
                <a:br>
                  <a:rPr lang="ar-AE" sz="1900" dirty="0">
                    <a:solidFill>
                      <a:schemeClr val="tx1">
                        <a:alpha val="80000"/>
                      </a:schemeClr>
                    </a:solidFill>
                  </a:rPr>
                </a:br>
                <a:endParaRPr lang="ar-AE" sz="1900" dirty="0">
                  <a:solidFill>
                    <a:schemeClr val="tx1">
                      <a:alpha val="80000"/>
                    </a:schemeClr>
                  </a:solidFill>
                </a:endParaRPr>
              </a:p>
              <a:p>
                <a:r>
                  <a:rPr lang="en-ID" sz="1900" b="1" dirty="0">
                    <a:solidFill>
                      <a:schemeClr val="tx1">
                        <a:alpha val="80000"/>
                      </a:schemeClr>
                    </a:solidFill>
                  </a:rPr>
                  <a:t> Explanation</a:t>
                </a:r>
              </a:p>
              <a:p>
                <a:r>
                  <a:rPr lang="en-ID" sz="1900" dirty="0">
                    <a:solidFill>
                      <a:schemeClr val="tx1">
                        <a:alpha val="80000"/>
                      </a:schemeClr>
                    </a:solidFill>
                  </a:rPr>
                  <a:t>It measures the </a:t>
                </a:r>
                <a:r>
                  <a:rPr lang="en-ID" sz="1900" b="1" dirty="0">
                    <a:solidFill>
                      <a:schemeClr val="tx1">
                        <a:alpha val="80000"/>
                      </a:schemeClr>
                    </a:solidFill>
                  </a:rPr>
                  <a:t>resistance of a material to change in volume</a:t>
                </a:r>
                <a:r>
                  <a:rPr lang="en-ID" sz="1900" dirty="0">
                    <a:solidFill>
                      <a:schemeClr val="tx1">
                        <a:alpha val="80000"/>
                      </a:schemeClr>
                    </a:solidFill>
                  </a:rPr>
                  <a:t>. </a:t>
                </a:r>
              </a:p>
              <a:p>
                <a:r>
                  <a:rPr lang="en-ID" sz="1900" dirty="0">
                    <a:solidFill>
                      <a:schemeClr val="tx1">
                        <a:alpha val="80000"/>
                      </a:schemeClr>
                    </a:solidFill>
                  </a:rPr>
                  <a:t>It applies when a body is subjected to </a:t>
                </a:r>
                <a:r>
                  <a:rPr lang="en-ID" sz="1900" b="1" dirty="0">
                    <a:solidFill>
                      <a:schemeClr val="tx1">
                        <a:alpha val="80000"/>
                      </a:schemeClr>
                    </a:solidFill>
                  </a:rPr>
                  <a:t>uniform pressure from all directions</a:t>
                </a:r>
                <a:r>
                  <a:rPr lang="en-ID" sz="1900" dirty="0">
                    <a:solidFill>
                      <a:schemeClr val="tx1">
                        <a:alpha val="80000"/>
                      </a:schemeClr>
                    </a:solidFill>
                  </a:rPr>
                  <a:t>. </a:t>
                </a:r>
              </a:p>
              <a:p>
                <a:pPr marL="0" indent="0">
                  <a:buNone/>
                </a:pPr>
                <a:br>
                  <a:rPr lang="en-ID" sz="1900" dirty="0">
                    <a:solidFill>
                      <a:schemeClr val="tx1">
                        <a:alpha val="80000"/>
                      </a:schemeClr>
                    </a:solidFill>
                  </a:rPr>
                </a:br>
                <a:endParaRPr lang="en-ID" sz="1900" dirty="0">
                  <a:solidFill>
                    <a:schemeClr val="tx1">
                      <a:alpha val="80000"/>
                    </a:schemeClr>
                  </a:solidFill>
                </a:endParaRPr>
              </a:p>
              <a:p>
                <a:r>
                  <a:rPr lang="en-ID" sz="1900" b="1" dirty="0">
                    <a:solidFill>
                      <a:schemeClr val="tx1">
                        <a:alpha val="80000"/>
                      </a:schemeClr>
                    </a:solidFill>
                  </a:rPr>
                  <a:t>Key Point</a:t>
                </a:r>
              </a:p>
              <a:p>
                <a:r>
                  <a:rPr lang="en-ID" sz="1900" dirty="0">
                    <a:solidFill>
                      <a:schemeClr val="tx1">
                        <a:alpha val="80000"/>
                      </a:schemeClr>
                    </a:solidFill>
                  </a:rPr>
                  <a:t>Higher bulk modulus → material is </a:t>
                </a:r>
                <a:r>
                  <a:rPr lang="en-ID" sz="1900" b="1" dirty="0">
                    <a:solidFill>
                      <a:schemeClr val="tx1">
                        <a:alpha val="80000"/>
                      </a:schemeClr>
                    </a:solidFill>
                  </a:rPr>
                  <a:t>less compressible</a:t>
                </a:r>
                <a:r>
                  <a:rPr lang="en-ID" sz="1900" dirty="0">
                    <a:solidFill>
                      <a:schemeClr val="tx1">
                        <a:alpha val="80000"/>
                      </a:schemeClr>
                    </a:solidFill>
                  </a:rPr>
                  <a:t> </a:t>
                </a:r>
              </a:p>
              <a:p>
                <a:endParaRPr lang="en-ID" sz="1900" dirty="0">
                  <a:solidFill>
                    <a:schemeClr val="tx1">
                      <a:alpha val="80000"/>
                    </a:schemeClr>
                  </a:solidFill>
                </a:endParaRPr>
              </a:p>
            </p:txBody>
          </p:sp>
        </mc:Choice>
        <mc:Fallback>
          <p:sp>
            <p:nvSpPr>
              <p:cNvPr id="3" name="Content Placeholder 2">
                <a:extLst>
                  <a:ext uri="{FF2B5EF4-FFF2-40B4-BE49-F238E27FC236}">
                    <a16:creationId xmlns:a16="http://schemas.microsoft.com/office/drawing/2014/main" id="{FA64CA6E-74F4-2D02-2033-8A1029BB466E}"/>
                  </a:ext>
                </a:extLst>
              </p:cNvPr>
              <p:cNvSpPr>
                <a:spLocks noGrp="1" noRot="1" noChangeAspect="1" noMove="1" noResize="1" noEditPoints="1" noAdjustHandles="1" noChangeArrowheads="1" noChangeShapeType="1" noTextEdit="1"/>
              </p:cNvSpPr>
              <p:nvPr>
                <p:ph idx="1"/>
              </p:nvPr>
            </p:nvSpPr>
            <p:spPr>
              <a:xfrm>
                <a:off x="6297233" y="518400"/>
                <a:ext cx="4771607" cy="5837949"/>
              </a:xfrm>
              <a:blipFill>
                <a:blip r:embed="rId2"/>
                <a:stretch>
                  <a:fillRect l="-894" t="-2088"/>
                </a:stretch>
              </a:blipFill>
            </p:spPr>
            <p:txBody>
              <a:bodyPr/>
              <a:lstStyle/>
              <a:p>
                <a:r>
                  <a:rPr lang="en-ID">
                    <a:noFill/>
                  </a:rPr>
                  <a:t> </a:t>
                </a:r>
              </a:p>
            </p:txBody>
          </p:sp>
        </mc:Fallback>
      </mc:AlternateContent>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850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FE18-9CB4-AC92-9AE2-5CA8F1B7A5E1}"/>
              </a:ext>
            </a:extLst>
          </p:cNvPr>
          <p:cNvSpPr>
            <a:spLocks noGrp="1"/>
          </p:cNvSpPr>
          <p:nvPr>
            <p:ph type="title"/>
          </p:nvPr>
        </p:nvSpPr>
        <p:spPr/>
        <p:txBody>
          <a:bodyPr/>
          <a:lstStyle/>
          <a:p>
            <a:r>
              <a:rPr lang="en-US" dirty="0"/>
              <a:t>Shear modulus</a:t>
            </a:r>
            <a:endParaRPr lang="en-ID"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DA31EDE-8266-58CD-68C2-8DBE10106CDD}"/>
                  </a:ext>
                </a:extLst>
              </p:cNvPr>
              <p:cNvSpPr>
                <a:spLocks noGrp="1"/>
              </p:cNvSpPr>
              <p:nvPr>
                <p:ph idx="1"/>
              </p:nvPr>
            </p:nvSpPr>
            <p:spPr/>
            <p:txBody>
              <a:bodyPr/>
              <a:lstStyle/>
              <a:p>
                <a:r>
                  <a:rPr lang="en-US" dirty="0"/>
                  <a:t>Is the ratio of </a:t>
                </a:r>
                <a:r>
                  <a:rPr lang="en-US" b="1" dirty="0"/>
                  <a:t>tangential stress </a:t>
                </a:r>
                <a:r>
                  <a:rPr lang="en-US" dirty="0"/>
                  <a:t>to </a:t>
                </a:r>
                <a:r>
                  <a:rPr lang="en-US" b="1" dirty="0"/>
                  <a:t> shearing strain </a:t>
                </a:r>
                <a:r>
                  <a:rPr lang="en-US" dirty="0"/>
                  <a:t>within elastic limit .</a:t>
                </a:r>
              </a:p>
              <a:p>
                <a14:m>
                  <m:oMath xmlns:m="http://schemas.openxmlformats.org/officeDocument/2006/math">
                    <m:r>
                      <a:rPr lang="en-ID"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𝑇𝑎𝑛𝑔𝑒𝑛𝑡𝑖𝑎𝑙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𝑠𝑡𝑟𝑒𝑠𝑠</m:t>
                        </m:r>
                      </m:num>
                      <m:den>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𝑒𝑎𝑟𝑖𝑛𝑔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𝑠𝑡𝑟𝑎𝑖𝑛</m:t>
                        </m:r>
                      </m:den>
                    </m:f>
                  </m:oMath>
                </a14:m>
                <a:endParaRPr lang="en-ID" dirty="0"/>
              </a:p>
              <a:p>
                <a:r>
                  <a:rPr lang="en-US" dirty="0"/>
                  <a:t>It measures a material’s stiffness and resistance to deformation when subjected to twisting (torsion) or parallel, shearing forces.</a:t>
                </a:r>
                <a:endParaRPr lang="en-ID" dirty="0"/>
              </a:p>
            </p:txBody>
          </p:sp>
        </mc:Choice>
        <mc:Fallback>
          <p:sp>
            <p:nvSpPr>
              <p:cNvPr id="3" name="Content Placeholder 2">
                <a:extLst>
                  <a:ext uri="{FF2B5EF4-FFF2-40B4-BE49-F238E27FC236}">
                    <a16:creationId xmlns:a16="http://schemas.microsoft.com/office/drawing/2014/main" id="{7DA31EDE-8266-58CD-68C2-8DBE10106CDD}"/>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D">
                    <a:noFill/>
                  </a:rPr>
                  <a:t> </a:t>
                </a:r>
              </a:p>
            </p:txBody>
          </p:sp>
        </mc:Fallback>
      </mc:AlternateContent>
    </p:spTree>
    <p:extLst>
      <p:ext uri="{BB962C8B-B14F-4D97-AF65-F5344CB8AC3E}">
        <p14:creationId xmlns:p14="http://schemas.microsoft.com/office/powerpoint/2010/main" val="1623465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66DB8B-6A67-4533-BF43-DFD4BDBC2327}"/>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Poissons ratio 	</a:t>
            </a:r>
            <a:endParaRPr lang="en-ID" sz="5600">
              <a:solidFill>
                <a:srgbClr val="FFFFFF"/>
              </a:solidFill>
            </a:endParaRPr>
          </a:p>
        </p:txBody>
      </p:sp>
      <p:sp>
        <p:nvSpPr>
          <p:cNvPr id="2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8239BE-1743-B977-DFE5-B67CBB6C06C5}"/>
                  </a:ext>
                </a:extLst>
              </p:cNvPr>
              <p:cNvSpPr>
                <a:spLocks noGrp="1"/>
              </p:cNvSpPr>
              <p:nvPr>
                <p:ph idx="1"/>
              </p:nvPr>
            </p:nvSpPr>
            <p:spPr>
              <a:xfrm>
                <a:off x="6297233" y="518400"/>
                <a:ext cx="4771607" cy="5837949"/>
              </a:xfrm>
            </p:spPr>
            <p:txBody>
              <a:bodyPr anchor="ctr">
                <a:normAutofit/>
              </a:bodyPr>
              <a:lstStyle/>
              <a:p>
                <a:r>
                  <a:rPr lang="en-ID" sz="1900" dirty="0">
                    <a:solidFill>
                      <a:schemeClr val="tx1">
                        <a:alpha val="80000"/>
                      </a:schemeClr>
                    </a:solidFill>
                  </a:rPr>
                  <a:t>Poisson’s ratio is defined as the </a:t>
                </a:r>
                <a:r>
                  <a:rPr lang="en-ID" sz="1900" b="1" dirty="0">
                    <a:solidFill>
                      <a:schemeClr val="tx1">
                        <a:alpha val="80000"/>
                      </a:schemeClr>
                    </a:solidFill>
                  </a:rPr>
                  <a:t>ratio of lateral strain to longitudinal strain</a:t>
                </a:r>
                <a:r>
                  <a:rPr lang="en-ID" sz="1900" dirty="0">
                    <a:solidFill>
                      <a:schemeClr val="tx1">
                        <a:alpha val="80000"/>
                      </a:schemeClr>
                    </a:solidFill>
                  </a:rPr>
                  <a:t> within the elastic limit.</a:t>
                </a:r>
              </a:p>
              <a:p>
                <a14:m>
                  <m:oMath xmlns:m="http://schemas.openxmlformats.org/officeDocument/2006/math">
                    <m:r>
                      <a:rPr lang="en-ID" sz="1900" i="1">
                        <a:solidFill>
                          <a:schemeClr val="tx1">
                            <a:alpha val="80000"/>
                          </a:schemeClr>
                        </a:solidFill>
                        <a:latin typeface="Cambria Math" panose="02040503050406030204" pitchFamily="18" charset="0"/>
                      </a:rPr>
                      <m:t>𝜎</m:t>
                    </m:r>
                    <m:r>
                      <a:rPr lang="en-ID" sz="1900">
                        <a:solidFill>
                          <a:schemeClr val="tx1">
                            <a:alpha val="80000"/>
                          </a:schemeClr>
                        </a:solidFill>
                        <a:latin typeface="Cambria Math" panose="02040503050406030204" pitchFamily="18" charset="0"/>
                      </a:rPr>
                      <m:t>=</m:t>
                    </m:r>
                    <m:f>
                      <m:fPr>
                        <m:ctrlPr>
                          <a:rPr lang="ar-AE" sz="1900" i="1">
                            <a:solidFill>
                              <a:schemeClr val="tx1">
                                <a:alpha val="80000"/>
                              </a:schemeClr>
                            </a:solidFill>
                            <a:latin typeface="Cambria Math" panose="02040503050406030204" pitchFamily="18" charset="0"/>
                          </a:rPr>
                        </m:ctrlPr>
                      </m:fPr>
                      <m:num>
                        <m:r>
                          <m:rPr>
                            <m:nor/>
                          </m:rPr>
                          <a:rPr lang="en-ID" sz="1900" i="1">
                            <a:solidFill>
                              <a:schemeClr val="tx1">
                                <a:alpha val="80000"/>
                              </a:schemeClr>
                            </a:solidFill>
                          </a:rPr>
                          <m:t>Lateral</m:t>
                        </m:r>
                        <m:r>
                          <m:rPr>
                            <m:nor/>
                          </m:rPr>
                          <a:rPr lang="en-ID" sz="1900" i="1">
                            <a:solidFill>
                              <a:schemeClr val="tx1">
                                <a:alpha val="80000"/>
                              </a:schemeClr>
                            </a:solidFill>
                          </a:rPr>
                          <m:t> </m:t>
                        </m:r>
                        <m:r>
                          <m:rPr>
                            <m:nor/>
                          </m:rPr>
                          <a:rPr lang="en-ID" sz="1900" i="1">
                            <a:solidFill>
                              <a:schemeClr val="tx1">
                                <a:alpha val="80000"/>
                              </a:schemeClr>
                            </a:solidFill>
                          </a:rPr>
                          <m:t>Strain</m:t>
                        </m:r>
                      </m:num>
                      <m:den>
                        <m:r>
                          <m:rPr>
                            <m:nor/>
                          </m:rPr>
                          <a:rPr lang="en-ID" sz="1900" i="1">
                            <a:solidFill>
                              <a:schemeClr val="tx1">
                                <a:alpha val="80000"/>
                              </a:schemeClr>
                            </a:solidFill>
                          </a:rPr>
                          <m:t>Longitudinal</m:t>
                        </m:r>
                        <m:r>
                          <m:rPr>
                            <m:nor/>
                          </m:rPr>
                          <a:rPr lang="en-ID" sz="1900" i="1">
                            <a:solidFill>
                              <a:schemeClr val="tx1">
                                <a:alpha val="80000"/>
                              </a:schemeClr>
                            </a:solidFill>
                          </a:rPr>
                          <m:t> </m:t>
                        </m:r>
                        <m:r>
                          <m:rPr>
                            <m:nor/>
                          </m:rPr>
                          <a:rPr lang="en-ID" sz="1900" i="1">
                            <a:solidFill>
                              <a:schemeClr val="tx1">
                                <a:alpha val="80000"/>
                              </a:schemeClr>
                            </a:solidFill>
                          </a:rPr>
                          <m:t>Strain</m:t>
                        </m:r>
                      </m:den>
                    </m:f>
                  </m:oMath>
                </a14:m>
                <a:endParaRPr lang="ar-AE" sz="1900" dirty="0">
                  <a:solidFill>
                    <a:schemeClr val="tx1">
                      <a:alpha val="80000"/>
                    </a:schemeClr>
                  </a:solidFill>
                </a:endParaRPr>
              </a:p>
              <a:p>
                <a:pPr marL="0" indent="0">
                  <a:buNone/>
                </a:pPr>
                <a:r>
                  <a:rPr lang="en-ID" sz="1900" dirty="0">
                    <a:solidFill>
                      <a:schemeClr val="tx1">
                        <a:alpha val="80000"/>
                      </a:schemeClr>
                    </a:solidFill>
                  </a:rPr>
                  <a:t>    When a wire is stretched, it </a:t>
                </a:r>
                <a:r>
                  <a:rPr lang="en-ID" sz="1900" b="1" dirty="0">
                    <a:solidFill>
                      <a:schemeClr val="tx1">
                        <a:alpha val="80000"/>
                      </a:schemeClr>
                    </a:solidFill>
                  </a:rPr>
                  <a:t>elongates in length</a:t>
                </a:r>
                <a:r>
                  <a:rPr lang="en-ID" sz="1900" dirty="0">
                    <a:solidFill>
                      <a:schemeClr val="tx1">
                        <a:alpha val="80000"/>
                      </a:schemeClr>
                    </a:solidFill>
                  </a:rPr>
                  <a:t>. </a:t>
                </a:r>
              </a:p>
              <a:p>
                <a:r>
                  <a:rPr lang="en-ID" sz="1900" dirty="0">
                    <a:solidFill>
                      <a:schemeClr val="tx1">
                        <a:alpha val="80000"/>
                      </a:schemeClr>
                    </a:solidFill>
                  </a:rPr>
                  <a:t>At the same time, it </a:t>
                </a:r>
                <a:r>
                  <a:rPr lang="en-ID" sz="1900" b="1" dirty="0">
                    <a:solidFill>
                      <a:schemeClr val="tx1">
                        <a:alpha val="80000"/>
                      </a:schemeClr>
                    </a:solidFill>
                  </a:rPr>
                  <a:t>contracts in diameter (sideways)</a:t>
                </a:r>
                <a:r>
                  <a:rPr lang="en-ID" sz="1900" dirty="0">
                    <a:solidFill>
                      <a:schemeClr val="tx1">
                        <a:alpha val="80000"/>
                      </a:schemeClr>
                    </a:solidFill>
                  </a:rPr>
                  <a:t>. </a:t>
                </a:r>
              </a:p>
              <a:p>
                <a:r>
                  <a:rPr lang="en-ID" sz="1900" dirty="0">
                    <a:solidFill>
                      <a:schemeClr val="tx1">
                        <a:alpha val="80000"/>
                      </a:schemeClr>
                    </a:solidFill>
                  </a:rPr>
                  <a:t>Poisson’s ratio describes this relationship between </a:t>
                </a:r>
                <a:r>
                  <a:rPr lang="en-ID" sz="1900" b="1" dirty="0">
                    <a:solidFill>
                      <a:schemeClr val="tx1">
                        <a:alpha val="80000"/>
                      </a:schemeClr>
                    </a:solidFill>
                  </a:rPr>
                  <a:t>sideways contraction and lengthwise extension</a:t>
                </a:r>
                <a:r>
                  <a:rPr lang="en-ID" sz="1900" dirty="0">
                    <a:solidFill>
                      <a:schemeClr val="tx1">
                        <a:alpha val="80000"/>
                      </a:schemeClr>
                    </a:solidFill>
                  </a:rPr>
                  <a:t>. </a:t>
                </a:r>
              </a:p>
              <a:p>
                <a:r>
                  <a:rPr lang="en-ID" sz="1900" dirty="0">
                    <a:solidFill>
                      <a:schemeClr val="tx1">
                        <a:alpha val="80000"/>
                      </a:schemeClr>
                    </a:solidFill>
                  </a:rPr>
                  <a:t>Depends only on the nature of the material. </a:t>
                </a:r>
              </a:p>
              <a:p>
                <a:pPr marL="0" indent="0">
                  <a:buNone/>
                </a:pPr>
                <a:endParaRPr lang="en-ID" sz="1900" dirty="0">
                  <a:solidFill>
                    <a:schemeClr val="tx1">
                      <a:alpha val="80000"/>
                    </a:schemeClr>
                  </a:solidFill>
                </a:endParaRPr>
              </a:p>
              <a:p>
                <a:r>
                  <a:rPr lang="en-ID" sz="1900" b="1" dirty="0">
                    <a:solidFill>
                      <a:schemeClr val="tx1">
                        <a:alpha val="80000"/>
                      </a:schemeClr>
                    </a:solidFill>
                  </a:rPr>
                  <a:t> Typical Range</a:t>
                </a:r>
              </a:p>
              <a:p>
                <a:r>
                  <a:rPr lang="en-ID" sz="1900" dirty="0">
                    <a:solidFill>
                      <a:schemeClr val="tx1">
                        <a:alpha val="80000"/>
                      </a:schemeClr>
                    </a:solidFill>
                  </a:rPr>
                  <a:t>For most materials: </a:t>
                </a:r>
                <a:r>
                  <a:rPr lang="en-ID" sz="1900" b="1" dirty="0">
                    <a:solidFill>
                      <a:schemeClr val="tx1">
                        <a:alpha val="80000"/>
                      </a:schemeClr>
                    </a:solidFill>
                  </a:rPr>
                  <a:t>0 to 0.5</a:t>
                </a:r>
                <a:r>
                  <a:rPr lang="en-ID" sz="1900" dirty="0">
                    <a:solidFill>
                      <a:schemeClr val="tx1">
                        <a:alpha val="80000"/>
                      </a:schemeClr>
                    </a:solidFill>
                  </a:rPr>
                  <a:t> </a:t>
                </a:r>
              </a:p>
              <a:p>
                <a:pPr marL="0" indent="0">
                  <a:buNone/>
                </a:pPr>
                <a:endParaRPr lang="en-ID" sz="1900" dirty="0">
                  <a:solidFill>
                    <a:schemeClr val="tx1">
                      <a:alpha val="80000"/>
                    </a:schemeClr>
                  </a:solidFill>
                </a:endParaRPr>
              </a:p>
            </p:txBody>
          </p:sp>
        </mc:Choice>
        <mc:Fallback xmlns="">
          <p:sp>
            <p:nvSpPr>
              <p:cNvPr id="3" name="Content Placeholder 2">
                <a:extLst>
                  <a:ext uri="{FF2B5EF4-FFF2-40B4-BE49-F238E27FC236}">
                    <a16:creationId xmlns:a16="http://schemas.microsoft.com/office/drawing/2014/main" id="{BF8239BE-1743-B977-DFE5-B67CBB6C06C5}"/>
                  </a:ext>
                </a:extLst>
              </p:cNvPr>
              <p:cNvSpPr>
                <a:spLocks noGrp="1" noRot="1" noChangeAspect="1" noMove="1" noResize="1" noEditPoints="1" noAdjustHandles="1" noChangeArrowheads="1" noChangeShapeType="1" noTextEdit="1"/>
              </p:cNvSpPr>
              <p:nvPr>
                <p:ph idx="1"/>
              </p:nvPr>
            </p:nvSpPr>
            <p:spPr>
              <a:xfrm>
                <a:off x="6297233" y="518400"/>
                <a:ext cx="4771607" cy="5837949"/>
              </a:xfrm>
              <a:blipFill>
                <a:blip r:embed="rId2"/>
                <a:stretch>
                  <a:fillRect l="-1149" t="-1253" r="-1022"/>
                </a:stretch>
              </a:blipFill>
            </p:spPr>
            <p:txBody>
              <a:bodyPr/>
              <a:lstStyle/>
              <a:p>
                <a:r>
                  <a:rPr lang="en-ID">
                    <a:noFill/>
                  </a:rPr>
                  <a:t> </a:t>
                </a:r>
              </a:p>
            </p:txBody>
          </p:sp>
        </mc:Fallback>
      </mc:AlternateContent>
      <p:sp>
        <p:nvSpPr>
          <p:cNvPr id="2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30" name="Straight Connector 2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374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E015-3524-DCA4-4E14-822A3BA3DA1B}"/>
              </a:ext>
            </a:extLst>
          </p:cNvPr>
          <p:cNvSpPr>
            <a:spLocks noGrp="1"/>
          </p:cNvSpPr>
          <p:nvPr>
            <p:ph type="title"/>
          </p:nvPr>
        </p:nvSpPr>
        <p:spPr/>
        <p:txBody>
          <a:bodyPr/>
          <a:lstStyle/>
          <a:p>
            <a:r>
              <a:rPr lang="en-US" dirty="0"/>
              <a:t>Elastic hysteresis</a:t>
            </a:r>
            <a:endParaRPr lang="en-ID" dirty="0"/>
          </a:p>
        </p:txBody>
      </p:sp>
      <p:pic>
        <p:nvPicPr>
          <p:cNvPr id="5" name="Content Placeholder 4">
            <a:extLst>
              <a:ext uri="{FF2B5EF4-FFF2-40B4-BE49-F238E27FC236}">
                <a16:creationId xmlns:a16="http://schemas.microsoft.com/office/drawing/2014/main" id="{4250604B-2322-2FBF-9C45-6D4B670A0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5547" y="1926209"/>
            <a:ext cx="5736410" cy="4351338"/>
          </a:xfrm>
          <a:prstGeom prst="rect">
            <a:avLst/>
          </a:prstGeom>
        </p:spPr>
      </p:pic>
      <p:sp>
        <p:nvSpPr>
          <p:cNvPr id="6" name="TextBox 5">
            <a:extLst>
              <a:ext uri="{FF2B5EF4-FFF2-40B4-BE49-F238E27FC236}">
                <a16:creationId xmlns:a16="http://schemas.microsoft.com/office/drawing/2014/main" id="{F77DDF63-7AFC-6A21-05C6-9C6D3DCCBE5D}"/>
              </a:ext>
            </a:extLst>
          </p:cNvPr>
          <p:cNvSpPr txBox="1"/>
          <p:nvPr/>
        </p:nvSpPr>
        <p:spPr>
          <a:xfrm>
            <a:off x="838200" y="1911493"/>
            <a:ext cx="5641847" cy="3139321"/>
          </a:xfrm>
          <a:prstGeom prst="rect">
            <a:avLst/>
          </a:prstGeom>
          <a:noFill/>
        </p:spPr>
        <p:txBody>
          <a:bodyPr wrap="square" rtlCol="0">
            <a:spAutoFit/>
          </a:bodyPr>
          <a:lstStyle/>
          <a:p>
            <a:r>
              <a:rPr lang="en-US" dirty="0"/>
              <a:t>Elastic hysteresis is the phenomenon in which a material, when subjected to cyclic loading and unloading, follows different paths on the stress–strain curve during loading and unloading. As a result, a loop is formed between the two curves, known as the hysteresis loop. The area enclosed within this loop represents the energy lost as heat due to internal friction within the material during deformation. This effect is commonly observed in materials like rubber, where repeated stretching and releasing cause noticeable energy dissipation.</a:t>
            </a:r>
          </a:p>
        </p:txBody>
      </p:sp>
    </p:spTree>
    <p:extLst>
      <p:ext uri="{BB962C8B-B14F-4D97-AF65-F5344CB8AC3E}">
        <p14:creationId xmlns:p14="http://schemas.microsoft.com/office/powerpoint/2010/main" val="1753587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B81BC8-1624-91F5-531E-EB73835CCB57}"/>
              </a:ext>
            </a:extLst>
          </p:cNvPr>
          <p:cNvSpPr>
            <a:spLocks noGrp="1"/>
          </p:cNvSpPr>
          <p:nvPr>
            <p:ph type="title"/>
          </p:nvPr>
        </p:nvSpPr>
        <p:spPr>
          <a:xfrm>
            <a:off x="841248" y="548640"/>
            <a:ext cx="3600860" cy="5431536"/>
          </a:xfrm>
        </p:spPr>
        <p:txBody>
          <a:bodyPr>
            <a:normAutofit/>
          </a:bodyPr>
          <a:lstStyle/>
          <a:p>
            <a:r>
              <a:rPr lang="en-US" sz="5400" dirty="0"/>
              <a:t>Elastic After Effect</a:t>
            </a:r>
            <a:endParaRPr lang="en-ID" sz="5400" dirty="0"/>
          </a:p>
        </p:txBody>
      </p:sp>
      <p:sp>
        <p:nvSpPr>
          <p:cNvPr id="2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E6AA08-1323-9B2E-5196-187FE63395BE}"/>
              </a:ext>
            </a:extLst>
          </p:cNvPr>
          <p:cNvSpPr>
            <a:spLocks noGrp="1"/>
          </p:cNvSpPr>
          <p:nvPr>
            <p:ph idx="1"/>
          </p:nvPr>
        </p:nvSpPr>
        <p:spPr>
          <a:xfrm>
            <a:off x="5126418" y="552091"/>
            <a:ext cx="6224335" cy="5431536"/>
          </a:xfrm>
        </p:spPr>
        <p:txBody>
          <a:bodyPr anchor="ctr">
            <a:normAutofit/>
          </a:bodyPr>
          <a:lstStyle/>
          <a:p>
            <a:r>
              <a:rPr lang="en-US" sz="2200"/>
              <a:t>Elastic after effect is the phenomenon in which a material does not immediately regain its original shape and size after the removal of a deforming force, but instead takes a certain amount of time to recover gradually. This delay in recovery occurs due to internal friction and the time required for molecules within the material to return to their equilibrium positions, and it is commonly observed in materials like rubber.</a:t>
            </a:r>
            <a:endParaRPr lang="en-ID" sz="2200"/>
          </a:p>
        </p:txBody>
      </p:sp>
    </p:spTree>
    <p:extLst>
      <p:ext uri="{BB962C8B-B14F-4D97-AF65-F5344CB8AC3E}">
        <p14:creationId xmlns:p14="http://schemas.microsoft.com/office/powerpoint/2010/main" val="2635527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FCFD85-85FD-F23A-EEAD-AEF575C15632}"/>
              </a:ext>
            </a:extLst>
          </p:cNvPr>
          <p:cNvSpPr>
            <a:spLocks noGrp="1"/>
          </p:cNvSpPr>
          <p:nvPr>
            <p:ph type="title"/>
          </p:nvPr>
        </p:nvSpPr>
        <p:spPr>
          <a:xfrm>
            <a:off x="841248" y="548640"/>
            <a:ext cx="3600860" cy="5431536"/>
          </a:xfrm>
        </p:spPr>
        <p:txBody>
          <a:bodyPr>
            <a:normAutofit/>
          </a:bodyPr>
          <a:lstStyle/>
          <a:p>
            <a:r>
              <a:rPr lang="en-US" sz="5400"/>
              <a:t>Elastic Fatigue</a:t>
            </a:r>
            <a:endParaRPr lang="en-ID"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D122C0-E790-8948-126B-AEF09F6708EC}"/>
              </a:ext>
            </a:extLst>
          </p:cNvPr>
          <p:cNvSpPr>
            <a:spLocks noGrp="1"/>
          </p:cNvSpPr>
          <p:nvPr>
            <p:ph idx="1"/>
          </p:nvPr>
        </p:nvSpPr>
        <p:spPr>
          <a:xfrm>
            <a:off x="5126418" y="552091"/>
            <a:ext cx="6224335" cy="5431536"/>
          </a:xfrm>
        </p:spPr>
        <p:txBody>
          <a:bodyPr anchor="ctr">
            <a:normAutofit/>
          </a:bodyPr>
          <a:lstStyle/>
          <a:p>
            <a:r>
              <a:rPr lang="en-US" sz="2200"/>
              <a:t>Elastic fatigue is the phenomenon in which a material gradually loses its elastic properties when it is subjected to repeated cycles of stress and strain. Due to continuous loading and unloading, the internal structure of the material weakens, causing it to behave more like a plastic material and eventually leading to fracture, as seen in objects like metal wires or paper clips that break after repeated bending.</a:t>
            </a:r>
            <a:endParaRPr lang="en-ID" sz="2200"/>
          </a:p>
        </p:txBody>
      </p:sp>
    </p:spTree>
    <p:extLst>
      <p:ext uri="{BB962C8B-B14F-4D97-AF65-F5344CB8AC3E}">
        <p14:creationId xmlns:p14="http://schemas.microsoft.com/office/powerpoint/2010/main" val="765408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TotalTime>
  <Words>1240</Words>
  <Application>Microsoft Office PowerPoint</Application>
  <PresentationFormat>Widescreen</PresentationFormat>
  <Paragraphs>107</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Cambria Math</vt:lpstr>
      <vt:lpstr>Office Theme</vt:lpstr>
      <vt:lpstr>Chapter 8</vt:lpstr>
      <vt:lpstr>Inter atomic forces</vt:lpstr>
      <vt:lpstr>Inter Molecular Forces</vt:lpstr>
      <vt:lpstr>Key terms</vt:lpstr>
      <vt:lpstr>Stress</vt:lpstr>
      <vt:lpstr>Normal stress</vt:lpstr>
      <vt:lpstr>Tangential Stress</vt:lpstr>
      <vt:lpstr>Strain</vt:lpstr>
      <vt:lpstr>Types of strain</vt:lpstr>
      <vt:lpstr>Elasticity and perfectly elastic body</vt:lpstr>
      <vt:lpstr>Hookes Law </vt:lpstr>
      <vt:lpstr>Stress and strain curve</vt:lpstr>
      <vt:lpstr>Elastic moduli </vt:lpstr>
      <vt:lpstr>Youngs modulus</vt:lpstr>
      <vt:lpstr>Bulk Modulus</vt:lpstr>
      <vt:lpstr>Shear modulus</vt:lpstr>
      <vt:lpstr>Poissons ratio  </vt:lpstr>
      <vt:lpstr>Elastic hysteresis</vt:lpstr>
      <vt:lpstr>Elastic After Effect</vt:lpstr>
      <vt:lpstr>Elastic Fatigue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arpan adhikari</dc:creator>
  <cp:lastModifiedBy>arpan adhikari</cp:lastModifiedBy>
  <cp:revision>1</cp:revision>
  <dcterms:created xsi:type="dcterms:W3CDTF">2026-04-20T11:58:20Z</dcterms:created>
  <dcterms:modified xsi:type="dcterms:W3CDTF">2026-04-21T02:05:48Z</dcterms:modified>
</cp:coreProperties>
</file>