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29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2" name="Footer Placeholder 1"/>
          <p:cNvSpPr>
            <a:spLocks noGrp="1"/>
          </p:cNvSpPr>
          <p:nvPr>
            <p:ph type="ftr" sz="quarter" idx="11"/>
          </p:nvPr>
        </p:nvSpPr>
        <p:spPr/>
        <p:txBody>
          <a:bodyPr/>
          <a:lstStyle/>
          <a:p>
            <a:endParaRPr kumimoji="0" lang="en-US"/>
          </a:p>
        </p:txBody>
      </p:sp>
      <p:sp>
        <p:nvSpPr>
          <p:cNvPr id="15" name="Slide Number Placeholder 14"/>
          <p:cNvSpPr>
            <a:spLocks noGrp="1"/>
          </p:cNvSpPr>
          <p:nvPr>
            <p:ph type="sldNum" sz="quarter" idx="12"/>
          </p:nvPr>
        </p:nvSpPr>
        <p:spPr>
          <a:xfrm>
            <a:off x="8229600" y="6473952"/>
            <a:ext cx="758952" cy="246888"/>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kumimoji="0" lang="en-US"/>
          </a:p>
        </p:txBody>
      </p:sp>
      <p:sp>
        <p:nvSpPr>
          <p:cNvPr id="16" name="Slide Number Placeholder 15"/>
          <p:cNvSpPr>
            <a:spLocks noGrp="1"/>
          </p:cNvSpPr>
          <p:nvPr>
            <p:ph type="sldNum" sz="quarter" idx="12"/>
          </p:nvPr>
        </p:nvSpPr>
        <p:spPr>
          <a:xfrm>
            <a:off x="8229600" y="6473952"/>
            <a:ext cx="758952" cy="246888"/>
          </a:xfrm>
        </p:spPr>
        <p:txBody>
          <a:bodyPr/>
          <a:lstStyle/>
          <a:p>
            <a:fld id="{CA15C064-DD44-4CAC-873E-2D1F54821676}" type="slidenum">
              <a:rPr kumimoji="0" lang="en-US" smtClean="0"/>
              <a:pPr/>
              <a:t>‹#›</a:t>
            </a:fld>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11" name="Footer Placeholder 10"/>
          <p:cNvSpPr>
            <a:spLocks noGrp="1"/>
          </p:cNvSpPr>
          <p:nvPr>
            <p:ph type="ftr" sz="quarter" idx="11"/>
          </p:nvPr>
        </p:nvSpPr>
        <p:spPr/>
        <p:txBody>
          <a:bodyPr/>
          <a:lstStyle/>
          <a:p>
            <a:endParaRPr kumimoji="0" lang="en-US"/>
          </a:p>
        </p:txBody>
      </p:sp>
      <p:sp>
        <p:nvSpPr>
          <p:cNvPr id="16" name="Slide Number Placeholder 15"/>
          <p:cNvSpPr>
            <a:spLocks noGrp="1"/>
          </p:cNvSpPr>
          <p:nvPr>
            <p:ph type="sldNum" sz="quarter" idx="12"/>
          </p:nvPr>
        </p:nvSpPr>
        <p:spPr/>
        <p:txBody>
          <a:bodyPr/>
          <a:lstStyle/>
          <a:p>
            <a:fld id="{CA15C064-DD44-4CAC-873E-2D1F54821676}" type="slidenum">
              <a:rPr kumimoji="0" lang="en-US" smtClean="0"/>
              <a:pPr/>
              <a:t>‹#›</a:t>
            </a:fld>
            <a:endParaRPr kumimoji="0"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10" name="Footer Placeholder 9"/>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229600" y="6477000"/>
            <a:ext cx="762000" cy="246888"/>
          </a:xfrm>
        </p:spPr>
        <p:txBody>
          <a:bodyPr/>
          <a:lstStyle/>
          <a:p>
            <a:fld id="{CA15C064-DD44-4CAC-873E-2D1F54821676}" type="slidenum">
              <a:rPr kumimoji="0" lang="en-US" smtClean="0"/>
              <a:pPr/>
              <a:t>‹#›</a:t>
            </a:fld>
            <a:endParaRPr kumimoji="0" lang="en-US" dirty="0"/>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21" name="Footer Placeholder 20"/>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24" name="Footer Placeholder 23"/>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29" name="Footer Placeholder 28"/>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5" name="Footer Placeholder 4"/>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pPr/>
              <a:t>‹#›</a:t>
            </a:fld>
            <a:endParaRPr kumimoji="0"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pPr/>
              <a:t>2026-03-08</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algn="l" eaLnBrk="1" latinLnBrk="0" hangingPunct="1"/>
            <a:fld id="{74CBEAF9-9E58-4CC8-A6FF-6DD8A58DEEA4}" type="datetimeFigureOut">
              <a:rPr lang="en-US" smtClean="0"/>
              <a:pPr algn="l" eaLnBrk="1" latinLnBrk="0" hangingPunct="1"/>
              <a:t>2026-03-08</a:t>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algn="r" eaLnBrk="1" latinLnBrk="0" hangingPunct="1"/>
            <a:endParaRPr kumimoji="0" lang="en-US" dirty="0">
              <a:solidFill>
                <a:schemeClr val="accent1">
                  <a:shade val="75000"/>
                </a:schemeClr>
              </a:solidFill>
            </a:endParaRPr>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CA15C064-DD44-4CAC-873E-2D1F54821676}" type="slidenum">
              <a:rPr kumimoji="0" lang="en-US" smtClean="0"/>
              <a:pPr/>
              <a:t>‹#›</a:t>
            </a:fld>
            <a:endParaRPr kumimoji="0" lang="en-US" dirty="0">
              <a:solidFill>
                <a:schemeClr val="accent1">
                  <a:shade val="75000"/>
                </a:schemeClr>
              </a:solidFill>
            </a:endParaRPr>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Geostationary satellites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 of satellites</a:t>
            </a:r>
            <a:endParaRPr lang="en-US" dirty="0"/>
          </a:p>
        </p:txBody>
      </p:sp>
      <p:sp>
        <p:nvSpPr>
          <p:cNvPr id="3" name="Content Placeholder 2"/>
          <p:cNvSpPr>
            <a:spLocks noGrp="1"/>
          </p:cNvSpPr>
          <p:nvPr>
            <p:ph idx="1"/>
          </p:nvPr>
        </p:nvSpPr>
        <p:spPr/>
        <p:txBody>
          <a:bodyPr>
            <a:normAutofit lnSpcReduction="10000"/>
          </a:bodyPr>
          <a:lstStyle/>
          <a:p>
            <a:r>
              <a:rPr lang="en-US" dirty="0" smtClean="0"/>
              <a:t>The earliest idea of satellites arose from </a:t>
            </a:r>
            <a:r>
              <a:rPr lang="en-US" dirty="0" err="1" smtClean="0"/>
              <a:t>newton’s</a:t>
            </a:r>
            <a:r>
              <a:rPr lang="en-US" dirty="0" smtClean="0"/>
              <a:t> universal law of gravitation. He explained that it was gravitation  that kept natural </a:t>
            </a:r>
            <a:r>
              <a:rPr lang="en-US" dirty="0" err="1" smtClean="0"/>
              <a:t>saltellites</a:t>
            </a:r>
            <a:r>
              <a:rPr lang="en-US" dirty="0" smtClean="0"/>
              <a:t> like moon in orbit. He suggested that if something was projected with enough velocity then it would attain a height  at which instead of falling down it would keep falling round the earth .That gave rise to the idea of sending artificial </a:t>
            </a:r>
            <a:r>
              <a:rPr lang="en-US" dirty="0" err="1" smtClean="0"/>
              <a:t>satelliite’s</a:t>
            </a:r>
            <a:r>
              <a:rPr lang="en-US" dirty="0" smtClean="0"/>
              <a:t> into outer space .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launch of the earliest satellites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actual scientific idea was given by Arthur Clarke in 1945 A.D . His primary idea was then revitalized during the cold war by the U.S.S.R . </a:t>
            </a:r>
          </a:p>
          <a:p>
            <a:r>
              <a:rPr lang="en-US" dirty="0" smtClean="0"/>
              <a:t>The U.S.S.R developed and launched the first ever satellite named Sputnik-1 on </a:t>
            </a:r>
            <a:r>
              <a:rPr lang="en-US" dirty="0" err="1" smtClean="0"/>
              <a:t>october</a:t>
            </a:r>
            <a:r>
              <a:rPr lang="en-US" dirty="0" smtClean="0"/>
              <a:t> 4 , 1957. It was only capable of sending radio waves back to earth but it is marked as a significant advancement because it fueled the famous space race. With </a:t>
            </a:r>
            <a:r>
              <a:rPr lang="en-US" dirty="0" err="1" smtClean="0"/>
              <a:t>usa</a:t>
            </a:r>
            <a:r>
              <a:rPr lang="en-US" dirty="0" smtClean="0"/>
              <a:t> retaliating by </a:t>
            </a:r>
            <a:r>
              <a:rPr lang="en-US" dirty="0" smtClean="0"/>
              <a:t>launching by launching countless </a:t>
            </a:r>
            <a:r>
              <a:rPr lang="en-US" smtClean="0"/>
              <a:t>other satellites </a:t>
            </a:r>
            <a:r>
              <a:rPr lang="en-US" dirty="0" smtClean="0"/>
              <a:t>too.</a:t>
            </a: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Resort to geostationary satellites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Scientists soon realized the issue with the early satellites which was the limited time within which communication could be made before the satellite went out of range since the early satellites were in random orbit</a:t>
            </a:r>
          </a:p>
          <a:p>
            <a:r>
              <a:rPr lang="en-US" dirty="0" smtClean="0"/>
              <a:t>To solve this scientists resorted to original idea of Arthur Clarke in which he suggested the concept of Geo-stationary orbits .He suggested that if a satellite was placed about 35,786 km above earth then it would revolve around the earth in the same time as earths rotational period effectively keeping it above a sole part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The earliest geostationary satellites</a:t>
            </a:r>
            <a:endParaRPr lang="en-US" dirty="0"/>
          </a:p>
        </p:txBody>
      </p:sp>
      <p:sp>
        <p:nvSpPr>
          <p:cNvPr id="3" name="Content Placeholder 2"/>
          <p:cNvSpPr>
            <a:spLocks noGrp="1"/>
          </p:cNvSpPr>
          <p:nvPr>
            <p:ph idx="1"/>
          </p:nvPr>
        </p:nvSpPr>
        <p:spPr/>
        <p:txBody>
          <a:bodyPr>
            <a:normAutofit fontScale="92500"/>
          </a:bodyPr>
          <a:lstStyle/>
          <a:p>
            <a:r>
              <a:rPr lang="en-US" dirty="0" smtClean="0"/>
              <a:t>The challenge to overcome the </a:t>
            </a:r>
            <a:r>
              <a:rPr lang="en-US" dirty="0" err="1" smtClean="0"/>
              <a:t>comms</a:t>
            </a:r>
            <a:r>
              <a:rPr lang="en-US" dirty="0" smtClean="0"/>
              <a:t> issue by placing the satellite in the geostationary orbit presented the aerospace agencies with a great challenge . </a:t>
            </a:r>
          </a:p>
          <a:p>
            <a:r>
              <a:rPr lang="en-US" dirty="0" smtClean="0"/>
              <a:t>With continual research and experiments , the first successful effort arrived when NASA placed </a:t>
            </a:r>
            <a:r>
              <a:rPr lang="en-US" dirty="0" err="1" smtClean="0"/>
              <a:t>syncom</a:t>
            </a:r>
            <a:r>
              <a:rPr lang="en-US" dirty="0" smtClean="0"/>
              <a:t> 3 satellite on the geostationary satellite in 1964 , This was used to broadcast </a:t>
            </a:r>
            <a:r>
              <a:rPr lang="en-US" dirty="0" err="1" smtClean="0"/>
              <a:t>telivision</a:t>
            </a:r>
            <a:r>
              <a:rPr lang="en-US" dirty="0" smtClean="0"/>
              <a:t> coverage of the 1964 summer </a:t>
            </a:r>
            <a:r>
              <a:rPr lang="en-US" dirty="0" err="1" smtClean="0"/>
              <a:t>olympics</a:t>
            </a:r>
            <a:r>
              <a:rPr lang="en-US" dirty="0" smtClean="0"/>
              <a:t>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geostationary revolution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After </a:t>
            </a:r>
            <a:r>
              <a:rPr lang="en-US" dirty="0" err="1" smtClean="0"/>
              <a:t>syncom</a:t>
            </a:r>
            <a:r>
              <a:rPr lang="en-US" dirty="0" smtClean="0"/>
              <a:t> 3 numerous communication satellites were launched allowing wide television coverage across the globe.</a:t>
            </a:r>
          </a:p>
          <a:p>
            <a:r>
              <a:rPr lang="en-US" dirty="0" smtClean="0"/>
              <a:t>More and more satellites were launched onto the orbit allowing weather monitoring and forecasts .</a:t>
            </a:r>
          </a:p>
          <a:p>
            <a:r>
              <a:rPr lang="en-US" dirty="0" smtClean="0"/>
              <a:t>The primary purpose of the geostationary satellites was to detect ballistic missiles during the cold war so a few were placed to detect and send out alarms .</a:t>
            </a:r>
          </a:p>
          <a:p>
            <a:r>
              <a:rPr lang="en-US" dirty="0" smtClean="0"/>
              <a:t>As of 2026 there are currently 570-580 active satellites in the geostationary orbit with the most recent one being SPAINSAT NG-2 .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Uses of geostationary satellites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Communication : Geo satellites are widely used for communication and data interchange across long distances .</a:t>
            </a:r>
          </a:p>
          <a:p>
            <a:r>
              <a:rPr lang="en-US" dirty="0" err="1" smtClean="0"/>
              <a:t>Telivision</a:t>
            </a:r>
            <a:r>
              <a:rPr lang="en-US" dirty="0" smtClean="0"/>
              <a:t> broadcasting  : They are also used to broadcast </a:t>
            </a:r>
            <a:r>
              <a:rPr lang="en-US" dirty="0" err="1" smtClean="0"/>
              <a:t>telivision</a:t>
            </a:r>
            <a:r>
              <a:rPr lang="en-US" dirty="0" smtClean="0"/>
              <a:t> </a:t>
            </a:r>
            <a:r>
              <a:rPr lang="en-US" dirty="0" err="1" smtClean="0"/>
              <a:t>programmes</a:t>
            </a:r>
            <a:r>
              <a:rPr lang="en-US" dirty="0" smtClean="0"/>
              <a:t> all over the world . </a:t>
            </a:r>
          </a:p>
          <a:p>
            <a:r>
              <a:rPr lang="en-US" dirty="0" smtClean="0"/>
              <a:t>Military purposes  : Geo stationary satellites are used to detect ICBMs and other missiles helping avoid casualties</a:t>
            </a:r>
          </a:p>
          <a:p>
            <a:r>
              <a:rPr lang="en-US" dirty="0" smtClean="0"/>
              <a:t>Weather reports : Till now geo satellites have been used to monitor weather and warn about upcoming tsunamis or floods . </a:t>
            </a:r>
          </a:p>
          <a:p>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Conclusion</a:t>
            </a: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    In conclusion , geostationary satellites have become and inseparable part of modern life . From global communication to scientific reports geostationary satellites have helped humanity progress vastly in the recent decades.</a:t>
            </a:r>
          </a:p>
          <a:p>
            <a:pPr>
              <a:buNone/>
            </a:pPr>
            <a:r>
              <a:rPr lang="en-US" dirty="0" smtClean="0"/>
              <a:t>    The scientists are researching more ways to add uses to GEO satellites with the most recent ones being enhanced low latency communication and missile interception technologies . </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287</TotalTime>
  <Words>543</Words>
  <Application>Microsoft Office PowerPoint</Application>
  <PresentationFormat>On-screen Show (4:3)</PresentationFormat>
  <Paragraphs>25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Trek</vt:lpstr>
      <vt:lpstr>Geostationary satellites</vt:lpstr>
      <vt:lpstr>History of satellites</vt:lpstr>
      <vt:lpstr>The launch of the earliest satellites</vt:lpstr>
      <vt:lpstr>Resort to geostationary satellites</vt:lpstr>
      <vt:lpstr> The earliest geostationary satellites</vt:lpstr>
      <vt:lpstr>The geostationary revolution</vt:lpstr>
      <vt:lpstr>Uses of geostationary satellites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Geostationary satellites</dc:title>
  <dc:creator>gardenia</dc:creator>
  <cp:lastModifiedBy>gardenia</cp:lastModifiedBy>
  <cp:revision>27</cp:revision>
  <dcterms:created xsi:type="dcterms:W3CDTF">2026-03-07T11:29:35Z</dcterms:created>
  <dcterms:modified xsi:type="dcterms:W3CDTF">2026-03-08T02:49:51Z</dcterms:modified>
</cp:coreProperties>
</file>